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dp" ContentType="image/vnd.ms-photo"/>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31.svg" ContentType="image/svg+xml"/>
  <Override PartName="/ppt/media/image33.svg" ContentType="image/svg+xml"/>
  <Override PartName="/ppt/media/image3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webExtension1.xml" ContentType="application/vnd.wps-officedocument.webExtension+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76" r:id="rId3"/>
  </p:sldMasterIdLst>
  <p:notesMasterIdLst>
    <p:notesMasterId r:id="rId6"/>
  </p:notesMasterIdLst>
  <p:sldIdLst>
    <p:sldId id="256" r:id="rId4"/>
    <p:sldId id="382" r:id="rId5"/>
    <p:sldId id="339" r:id="rId7"/>
    <p:sldId id="379" r:id="rId8"/>
    <p:sldId id="332" r:id="rId9"/>
    <p:sldId id="387" r:id="rId10"/>
    <p:sldId id="380" r:id="rId11"/>
    <p:sldId id="383" r:id="rId12"/>
    <p:sldId id="384" r:id="rId13"/>
    <p:sldId id="385" r:id="rId14"/>
    <p:sldId id="386" r:id="rId15"/>
    <p:sldId id="381" r:id="rId16"/>
    <p:sldId id="360" r:id="rId17"/>
    <p:sldId id="361" r:id="rId18"/>
    <p:sldId id="362" r:id="rId19"/>
    <p:sldId id="363" r:id="rId20"/>
    <p:sldId id="344" r:id="rId21"/>
    <p:sldId id="345" r:id="rId22"/>
    <p:sldId id="296" r:id="rId23"/>
  </p:sldIdLst>
  <p:sldSz cx="12192000" cy="6858000"/>
  <p:notesSz cx="6807200" cy="9939020"/>
  <p:custDataLst>
    <p:tags r:id="rId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91" userDrawn="1">
          <p15:clr>
            <a:srgbClr val="A4A3A4"/>
          </p15:clr>
        </p15:guide>
        <p15:guide id="2" pos="382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肖卫杰" initials="x" lastIdx="0" clrIdx="0"/>
  <p:cmAuthor id="2" name="renxiaomeng" initials="r" lastIdx="0" clrIdx="1"/>
  <p:cmAuthor id="3" name="RHYC-Sales" initials="R" lastIdx="0" clrIdx="2"/>
  <p:cmAuthor id="4" name="u3265" initials="u" lastIdx="0" clrIdx="3"/>
  <p:cmAuthor id="5" name="3265" initials="du" lastIdx="0" clrIdx="4"/>
  <p:cmAuthor id="6" name="yongqing liu" initials="yl" lastIdx="0" clrIdx="5"/>
  <p:cmAuthor id="7" name="Jiang Ning Dai" initials="" lastIdx="0" clrIdx="6"/>
  <p:cmAuthor id="8" name="Jack Donghao Zhang" initials="" lastIdx="0" clrIdx="7"/>
  <p:cmAuthor id="9" name="Chun Yan Liu" initials="" lastIdx="0" clrIdx="8"/>
  <p:cmAuthor id="10" name="hull" initials="" lastIdx="0" clrIdx="9"/>
  <p:cmAuthor id="11" name="Debra Nan Jiang" initials="" lastIdx="0" clrIdx="10"/>
  <p:cmAuthor id="12" name="Elma Qiannan Sun" initials="" lastIdx="0" clrIdx="11"/>
  <p:cmAuthor id="13" name="Hull Hao Yang" initials="" lastIdx="0" clrIdx="12"/>
  <p:cmAuthor id="14" name="盛 文彦" initials="盛" lastIdx="0" clrIdx="13"/>
  <p:cmAuthor id="15" name="602 602" initials="66" lastIdx="0" clrIdx="14"/>
  <p:cmAuthor id="16" name="倪鸣言" initials="倪" lastIdx="0" clrIdx="15"/>
  <p:cmAuthor id="17" name="刘宝军" initials="刘" lastIdx="0" clrIdx="16"/>
  <p:cmAuthor id="18" name="张福征" initials="zfz" lastIdx="0" clrIdx="17"/>
  <p:cmAuthor id="19" name="gfs" initials="g" lastIdx="0" clrIdx="18"/>
  <p:cmAuthor id="20" name="shiyuq" initials="s" lastIdx="0" clrIdx="19"/>
  <p:cmAuthor id="21" name="CG113" initials="C" lastIdx="0" clrIdx="20"/>
  <p:cmAuthor id="22" name="SPIC" initials="S" lastIdx="0" clrIdx="21"/>
  <p:cmAuthor id="23" name="admin" initials="a" lastIdx="0" clrIdx="22"/>
  <p:cmAuthor id="24" name="NTKO" initials="N" lastIdx="0" clrIdx="23"/>
  <p:cmAuthor id="25" name="huawei" initials="h" lastIdx="0" clrIdx="24"/>
  <p:cmAuthor id="26" name="tangming" initials="t" lastIdx="0" clrIdx="25"/>
  <p:cmAuthor id="27" name="DELL" initials="D" lastIdx="0" clrIdx="26"/>
  <p:cmAuthor id="28" name="jx" initials="j" lastIdx="0" clrIdx="27"/>
  <p:cmAuthor id="29" name="spicri" initials="s" lastIdx="0" clrIdx="28"/>
  <p:cmAuthor id="30" name="作者" initials="A" lastIdx="0" clrIdx="29"/>
  <p:cmAuthor id="31" name="李 涛" initials="李" lastIdx="0" clrIdx="30"/>
  <p:cmAuthor id="32" name="Spic-sc" initials="S" lastIdx="0" clrIdx="31"/>
  <p:cmAuthor id="33" name="邱 富东" initials="邱" lastIdx="0" clrIdx="32"/>
  <p:cmAuthor id="34" name="林 再江" initials="林" lastIdx="0" clrIdx="33"/>
  <p:cmAuthor id="35" name="唐承均" initials="xb21cn" lastIdx="0" clrIdx="34"/>
  <p:cmAuthor id="36" name="Songju Ruan" initials="SR" lastIdx="0" clrIdx="35"/>
  <p:cmAuthor id="37" name="刘 铮" initials="刘" lastIdx="0" clrIdx="36"/>
  <p:cmAuthor id="38" name="雷 鸣" initials="雷" lastIdx="0" clrIdx="37"/>
  <p:cmAuthor id="39" name="zhou naikang" initials="zn" lastIdx="0" clrIdx="38"/>
  <p:cmAuthor id="40" name="spicit-myj" initials="s" lastIdx="0" clrIdx="39"/>
  <p:cmAuthor id="41" name="guangyijin" initials="g" lastIdx="0" clrIdx="4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00263A"/>
    <a:srgbClr val="DEEBF7"/>
    <a:srgbClr val="FFFFFF"/>
    <a:srgbClr val="E3E3E3"/>
    <a:srgbClr val="9AB6CE"/>
    <a:srgbClr val="7F7F7F"/>
    <a:srgbClr val="C01315"/>
    <a:srgbClr val="009958"/>
    <a:srgbClr val="0026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236" autoAdjust="0"/>
  </p:normalViewPr>
  <p:slideViewPr>
    <p:cSldViewPr snapToGrid="0" showGuides="1">
      <p:cViewPr varScale="1">
        <p:scale>
          <a:sx n="111" d="100"/>
          <a:sy n="111" d="100"/>
        </p:scale>
        <p:origin x="78" y="102"/>
      </p:cViewPr>
      <p:guideLst>
        <p:guide orient="horz" pos="2291"/>
        <p:guide pos="3824"/>
      </p:guideLst>
    </p:cSldViewPr>
  </p:slideViewPr>
  <p:notesTextViewPr>
    <p:cViewPr>
      <p:scale>
        <a:sx n="1" d="1"/>
        <a:sy n="1" d="1"/>
      </p:scale>
      <p:origin x="0" y="0"/>
    </p:cViewPr>
  </p:notesTextViewPr>
  <p:sorterViewPr>
    <p:cViewPr>
      <p:scale>
        <a:sx n="100" d="100"/>
        <a:sy n="100" d="100"/>
      </p:scale>
      <p:origin x="0" y="-1143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gs" Target="tags/tag33.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9787" cy="498693"/>
          </a:xfrm>
          <a:prstGeom prst="rect">
            <a:avLst/>
          </a:prstGeom>
        </p:spPr>
        <p:txBody>
          <a:bodyPr vert="horz" lIns="96661" tIns="48331" rIns="96661" bIns="48331" rtlCol="0"/>
          <a:lstStyle>
            <a:lvl1pPr algn="l">
              <a:defRPr sz="1300"/>
            </a:lvl1pPr>
          </a:lstStyle>
          <a:p>
            <a:endParaRPr lang="zh-CN" altLang="en-US"/>
          </a:p>
        </p:txBody>
      </p:sp>
      <p:sp>
        <p:nvSpPr>
          <p:cNvPr id="3" name="日期占位符 2"/>
          <p:cNvSpPr>
            <a:spLocks noGrp="1"/>
          </p:cNvSpPr>
          <p:nvPr>
            <p:ph type="dt" idx="1"/>
          </p:nvPr>
        </p:nvSpPr>
        <p:spPr>
          <a:xfrm>
            <a:off x="3855838" y="0"/>
            <a:ext cx="2949787" cy="498693"/>
          </a:xfrm>
          <a:prstGeom prst="rect">
            <a:avLst/>
          </a:prstGeom>
        </p:spPr>
        <p:txBody>
          <a:bodyPr vert="horz" lIns="96661" tIns="48331" rIns="96661" bIns="48331" rtlCol="0"/>
          <a:lstStyle>
            <a:lvl1pPr algn="r">
              <a:defRPr sz="1300"/>
            </a:lvl1pPr>
          </a:lstStyle>
          <a:p>
            <a:fld id="{18D703EB-E155-4093-9944-B37082C15D8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6661" tIns="48331" rIns="96661" bIns="48331" rtlCol="0" anchor="ctr"/>
          <a:lstStyle/>
          <a:p>
            <a:endParaRPr lang="zh-CN" altLang="en-US"/>
          </a:p>
        </p:txBody>
      </p:sp>
      <p:sp>
        <p:nvSpPr>
          <p:cNvPr id="5" name="备注占位符 4"/>
          <p:cNvSpPr>
            <a:spLocks noGrp="1"/>
          </p:cNvSpPr>
          <p:nvPr>
            <p:ph type="body" sz="quarter" idx="3"/>
          </p:nvPr>
        </p:nvSpPr>
        <p:spPr>
          <a:xfrm>
            <a:off x="680720" y="4783306"/>
            <a:ext cx="5445760" cy="3913615"/>
          </a:xfrm>
          <a:prstGeom prst="rect">
            <a:avLst/>
          </a:prstGeom>
        </p:spPr>
        <p:txBody>
          <a:bodyPr vert="horz" lIns="96661" tIns="48331" rIns="96661" bIns="48331"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440646"/>
            <a:ext cx="2949787" cy="498692"/>
          </a:xfrm>
          <a:prstGeom prst="rect">
            <a:avLst/>
          </a:prstGeom>
        </p:spPr>
        <p:txBody>
          <a:bodyPr vert="horz" lIns="96661" tIns="48331" rIns="96661" bIns="48331"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3855838" y="9440646"/>
            <a:ext cx="2949787" cy="498692"/>
          </a:xfrm>
          <a:prstGeom prst="rect">
            <a:avLst/>
          </a:prstGeom>
        </p:spPr>
        <p:txBody>
          <a:bodyPr vert="horz" lIns="96661" tIns="48331" rIns="96661" bIns="48331" rtlCol="0" anchor="b"/>
          <a:lstStyle>
            <a:lvl1pPr algn="r">
              <a:defRPr sz="1300"/>
            </a:lvl1pPr>
          </a:lstStyle>
          <a:p>
            <a:fld id="{218EE687-5928-4E9C-9ADB-6AA44808B79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6.png"/><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6.png"/><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6.png"/><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6.png"/><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microsoft.com/office/2007/relationships/hdphoto" Target="../media/image24.wdp"/><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descr="A glass building with trees in the background&#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rcRect l="709" t="708" r="1114" b="1317"/>
          <a:stretch>
            <a:fillRect/>
          </a:stretch>
        </p:blipFill>
        <p:spPr>
          <a:xfrm>
            <a:off x="0" y="-1"/>
            <a:ext cx="12192000" cy="6858001"/>
          </a:xfrm>
          <a:prstGeom prst="rect">
            <a:avLst/>
          </a:prstGeom>
        </p:spPr>
      </p:pic>
      <p:sp>
        <p:nvSpPr>
          <p:cNvPr id="10" name="矩形 9"/>
          <p:cNvSpPr/>
          <p:nvPr userDrawn="1"/>
        </p:nvSpPr>
        <p:spPr>
          <a:xfrm>
            <a:off x="0" y="-9573"/>
            <a:ext cx="12192000" cy="6867574"/>
          </a:xfrm>
          <a:prstGeom prst="rect">
            <a:avLst/>
          </a:prstGeom>
          <a:solidFill>
            <a:schemeClr val="accent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6" name="图片 5" descr="A white text on a black background&#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31813" y="8424"/>
            <a:ext cx="1967998" cy="914392"/>
          </a:xfrm>
          <a:prstGeom prst="rect">
            <a:avLst/>
          </a:prstGeom>
        </p:spPr>
      </p:pic>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r>
              <a:rPr lang="zh-CN" altLang="en-US"/>
              <a:t>权限：非公开</a:t>
            </a:r>
            <a:endParaRPr lang="zh-CN" altLang="en-US"/>
          </a:p>
        </p:txBody>
      </p:sp>
      <p:sp>
        <p:nvSpPr>
          <p:cNvPr id="5" name="灯片编号占位符 4"/>
          <p:cNvSpPr>
            <a:spLocks noGrp="1"/>
          </p:cNvSpPr>
          <p:nvPr>
            <p:ph type="sldNum" sz="quarter" idx="12"/>
          </p:nvPr>
        </p:nvSpPr>
        <p:spPr/>
        <p:txBody>
          <a:bodyPr/>
          <a:lstStyle/>
          <a:p>
            <a:fld id="{23C181FD-C806-49F6-AFC3-3939ABF9F11F}" type="slidenum">
              <a:rPr lang="zh-CN" altLang="en-US" smtClean="0"/>
            </a:fld>
            <a:endParaRPr lang="zh-CN" altLang="en-US"/>
          </a:p>
        </p:txBody>
      </p:sp>
      <p:sp>
        <p:nvSpPr>
          <p:cNvPr id="11" name="Title 1"/>
          <p:cNvSpPr>
            <a:spLocks noGrp="1"/>
          </p:cNvSpPr>
          <p:nvPr>
            <p:ph type="ctrTitle" hasCustomPrompt="1"/>
          </p:nvPr>
        </p:nvSpPr>
        <p:spPr>
          <a:xfrm>
            <a:off x="486158" y="1296407"/>
            <a:ext cx="5432303" cy="2132593"/>
          </a:xfrm>
        </p:spPr>
        <p:txBody>
          <a:bodyPr vert="horz" anchor="b">
            <a:normAutofit/>
          </a:bodyPr>
          <a:lstStyle>
            <a:lvl1pPr algn="ctr">
              <a:defRPr sz="4600">
                <a:solidFill>
                  <a:schemeClr val="bg1"/>
                </a:solidFill>
              </a:defRPr>
            </a:lvl1pPr>
          </a:lstStyle>
          <a:p>
            <a:r>
              <a:rPr lang="zh-CN" altLang="en-US" dirty="0"/>
              <a:t>请输入标题</a:t>
            </a:r>
            <a:endParaRPr lang="en-GB" dirty="0"/>
          </a:p>
        </p:txBody>
      </p:sp>
      <p:sp>
        <p:nvSpPr>
          <p:cNvPr id="12" name="Subtitle 2"/>
          <p:cNvSpPr>
            <a:spLocks noGrp="1"/>
          </p:cNvSpPr>
          <p:nvPr>
            <p:ph type="subTitle" idx="1" hasCustomPrompt="1"/>
          </p:nvPr>
        </p:nvSpPr>
        <p:spPr>
          <a:xfrm>
            <a:off x="486158" y="3622471"/>
            <a:ext cx="5432303" cy="1041400"/>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请输入副标题</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r>
              <a:rPr lang="zh-CN" altLang="en-US"/>
              <a:t>权限：非公开</a:t>
            </a:r>
            <a:endParaRPr lang="zh-CN" altLang="en-US"/>
          </a:p>
        </p:txBody>
      </p:sp>
      <p:sp>
        <p:nvSpPr>
          <p:cNvPr id="5" name="灯片编号占位符 4"/>
          <p:cNvSpPr>
            <a:spLocks noGrp="1"/>
          </p:cNvSpPr>
          <p:nvPr>
            <p:ph type="sldNum" sz="quarter" idx="12"/>
          </p:nvPr>
        </p:nvSpPr>
        <p:spPr/>
        <p:txBody>
          <a:bodyPr/>
          <a:lstStyle/>
          <a:p>
            <a:fld id="{23C181FD-C806-49F6-AFC3-3939ABF9F11F}" type="slidenum">
              <a:rPr lang="zh-CN" altLang="en-US" smtClean="0"/>
            </a:fld>
            <a:endParaRPr lang="zh-CN" altLang="en-US"/>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335" y="0"/>
            <a:ext cx="12192000" cy="6858000"/>
          </a:xfrm>
          <a:prstGeom prst="rect">
            <a:avLst/>
          </a:prstGeom>
        </p:spPr>
      </p:pic>
      <p:sp>
        <p:nvSpPr>
          <p:cNvPr id="7" name="Rectangle 56"/>
          <p:cNvSpPr/>
          <p:nvPr userDrawn="1"/>
        </p:nvSpPr>
        <p:spPr>
          <a:xfrm>
            <a:off x="6082665" y="1486534"/>
            <a:ext cx="2990850"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思源黑体 CN Bold" panose="020B0800000000000000" pitchFamily="34" charset="-122"/>
              <a:ea typeface="思源黑体 CN Bold" panose="020B0800000000000000" pitchFamily="34" charset="-122"/>
            </a:endParaRPr>
          </a:p>
        </p:txBody>
      </p:sp>
      <p:sp>
        <p:nvSpPr>
          <p:cNvPr id="8" name="Rectangle 59"/>
          <p:cNvSpPr/>
          <p:nvPr userDrawn="1"/>
        </p:nvSpPr>
        <p:spPr>
          <a:xfrm>
            <a:off x="1270" y="877570"/>
            <a:ext cx="3057525" cy="5295265"/>
          </a:xfrm>
          <a:prstGeom prst="rect">
            <a:avLst/>
          </a:prstGeom>
          <a:solidFill>
            <a:srgbClr val="00A8E4">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
        <p:nvSpPr>
          <p:cNvPr id="9" name="Rectangle 57"/>
          <p:cNvSpPr/>
          <p:nvPr userDrawn="1"/>
        </p:nvSpPr>
        <p:spPr>
          <a:xfrm>
            <a:off x="3070913" y="1485900"/>
            <a:ext cx="2999423"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
        <p:nvSpPr>
          <p:cNvPr id="10" name="Rectangle 58"/>
          <p:cNvSpPr/>
          <p:nvPr userDrawn="1"/>
        </p:nvSpPr>
        <p:spPr>
          <a:xfrm>
            <a:off x="9085580" y="1486535"/>
            <a:ext cx="3103245"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pic>
        <p:nvPicPr>
          <p:cNvPr id="7" name="图片 6" descr="A glass building with trees in the background&#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rcRect l="40203" r="9622"/>
          <a:stretch>
            <a:fillRect/>
          </a:stretch>
        </p:blipFill>
        <p:spPr>
          <a:xfrm>
            <a:off x="6096000" y="0"/>
            <a:ext cx="6104654" cy="6858000"/>
          </a:xfrm>
          <a:prstGeom prst="rect">
            <a:avLst/>
          </a:prstGeom>
        </p:spPr>
      </p:pic>
      <p:pic>
        <p:nvPicPr>
          <p:cNvPr id="6" name="图片 5" descr="融和元储超级符号_超级符号 副本"/>
          <p:cNvPicPr>
            <a:picLocks noChangeAspect="1"/>
          </p:cNvPicPr>
          <p:nvPr userDrawn="1"/>
        </p:nvPicPr>
        <p:blipFill>
          <a:blip r:embed="rId3"/>
          <a:srcRect l="36088" b="34546"/>
          <a:stretch>
            <a:fillRect/>
          </a:stretch>
        </p:blipFill>
        <p:spPr>
          <a:xfrm>
            <a:off x="-1" y="3036880"/>
            <a:ext cx="3731079" cy="3821120"/>
          </a:xfrm>
          <a:prstGeom prst="rect">
            <a:avLst/>
          </a:prstGeom>
        </p:spPr>
      </p:pic>
      <p:pic>
        <p:nvPicPr>
          <p:cNvPr id="9" name="图片 8" descr="A blue and black logo&#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31813" y="8423"/>
            <a:ext cx="1967999" cy="91439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r>
              <a:rPr lang="zh-CN" altLang="en-US"/>
              <a:t>权限：非公开</a:t>
            </a:r>
            <a:endParaRPr lang="zh-CN" altLang="en-US"/>
          </a:p>
        </p:txBody>
      </p:sp>
      <p:sp>
        <p:nvSpPr>
          <p:cNvPr id="4" name="灯片编号占位符 3"/>
          <p:cNvSpPr>
            <a:spLocks noGrp="1"/>
          </p:cNvSpPr>
          <p:nvPr>
            <p:ph type="sldNum" sz="quarter" idx="12"/>
          </p:nvPr>
        </p:nvSpPr>
        <p:spPr/>
        <p:txBody>
          <a:bodyPr/>
          <a:lstStyle/>
          <a:p>
            <a:fld id="{23C181FD-C806-49F6-AFC3-3939ABF9F11F}" type="slidenum">
              <a:rPr lang="zh-CN" altLang="en-US" smtClean="0"/>
            </a:fld>
            <a:endParaRPr lang="zh-CN" altLang="en-US"/>
          </a:p>
        </p:txBody>
      </p:sp>
      <p:pic>
        <p:nvPicPr>
          <p:cNvPr id="5" name="图片 4" descr="A blue and black logo&#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31813" y="8423"/>
            <a:ext cx="1967999" cy="914393"/>
          </a:xfrm>
          <a:prstGeom prst="rect">
            <a:avLst/>
          </a:prstGeom>
        </p:spPr>
      </p:pic>
      <p:pic>
        <p:nvPicPr>
          <p:cNvPr id="6" name="图片 5" descr="4694aa7371a0dbdba549f691f752963"/>
          <p:cNvPicPr>
            <a:picLocks noChangeAspect="1"/>
          </p:cNvPicPr>
          <p:nvPr userDrawn="1"/>
        </p:nvPicPr>
        <p:blipFill>
          <a:blip r:embed="rId3"/>
          <a:stretch>
            <a:fillRect/>
          </a:stretch>
        </p:blipFill>
        <p:spPr>
          <a:xfrm>
            <a:off x="113030" y="85090"/>
            <a:ext cx="770890" cy="770890"/>
          </a:xfrm>
          <a:prstGeom prst="rect">
            <a:avLst/>
          </a:prstGeom>
        </p:spPr>
      </p:pic>
      <p:sp>
        <p:nvSpPr>
          <p:cNvPr id="8" name="Title 1"/>
          <p:cNvSpPr>
            <a:spLocks noGrp="1"/>
          </p:cNvSpPr>
          <p:nvPr>
            <p:ph type="title" hasCustomPrompt="1"/>
          </p:nvPr>
        </p:nvSpPr>
        <p:spPr>
          <a:xfrm>
            <a:off x="838200" y="190981"/>
            <a:ext cx="10998200" cy="549275"/>
          </a:xfrm>
        </p:spPr>
        <p:txBody>
          <a:bodyPr vert="horz">
            <a:normAutofit/>
          </a:bodyPr>
          <a:lstStyle>
            <a:lvl1pPr>
              <a:defRPr sz="2800">
                <a:solidFill>
                  <a:srgbClr val="00263A"/>
                </a:solidFill>
              </a:defRPr>
            </a:lvl1pPr>
          </a:lstStyle>
          <a:p>
            <a:r>
              <a:rPr lang="zh-CN" altLang="en-US" dirty="0"/>
              <a:t>请输入章节标题</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pic>
        <p:nvPicPr>
          <p:cNvPr id="13" name="图片 12" descr="A blue dots in a circle&#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28" y="0"/>
            <a:ext cx="1826270" cy="1749560"/>
          </a:xfrm>
          <a:prstGeom prst="rect">
            <a:avLst/>
          </a:prstGeom>
        </p:spPr>
      </p:pic>
      <p:sp>
        <p:nvSpPr>
          <p:cNvPr id="15" name="Title 1"/>
          <p:cNvSpPr>
            <a:spLocks noGrp="1"/>
          </p:cNvSpPr>
          <p:nvPr>
            <p:ph type="title" hasCustomPrompt="1"/>
          </p:nvPr>
        </p:nvSpPr>
        <p:spPr>
          <a:xfrm>
            <a:off x="830251" y="676922"/>
            <a:ext cx="10998200" cy="549275"/>
          </a:xfrm>
        </p:spPr>
        <p:txBody>
          <a:bodyPr vert="horz">
            <a:normAutofit/>
          </a:bodyPr>
          <a:lstStyle>
            <a:lvl1pPr>
              <a:defRPr sz="2800">
                <a:solidFill>
                  <a:srgbClr val="00263A"/>
                </a:solidFill>
              </a:defRPr>
            </a:lvl1pPr>
          </a:lstStyle>
          <a:p>
            <a:r>
              <a:rPr lang="zh-CN" altLang="en-US" dirty="0"/>
              <a:t>请输入章节标题</a:t>
            </a:r>
            <a:endParaRPr lang="en-GB" dirty="0"/>
          </a:p>
        </p:txBody>
      </p:sp>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r>
              <a:rPr lang="zh-CN" altLang="en-US"/>
              <a:t>权限：非公开</a:t>
            </a:r>
            <a:endParaRPr lang="zh-CN" altLang="en-US"/>
          </a:p>
        </p:txBody>
      </p:sp>
      <p:sp>
        <p:nvSpPr>
          <p:cNvPr id="4" name="灯片编号占位符 3"/>
          <p:cNvSpPr>
            <a:spLocks noGrp="1"/>
          </p:cNvSpPr>
          <p:nvPr>
            <p:ph type="sldNum" sz="quarter" idx="12"/>
          </p:nvPr>
        </p:nvSpPr>
        <p:spPr/>
        <p:txBody>
          <a:bodyPr/>
          <a:lstStyle/>
          <a:p>
            <a:fld id="{23C181FD-C806-49F6-AFC3-3939ABF9F11F}" type="slidenum">
              <a:rPr lang="zh-CN" altLang="en-US" smtClean="0"/>
            </a:fld>
            <a:endParaRPr lang="zh-CN" altLang="en-US"/>
          </a:p>
        </p:txBody>
      </p:sp>
      <p:pic>
        <p:nvPicPr>
          <p:cNvPr id="5" name="图片 4" descr="A blue and black logo&#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31813" y="8423"/>
            <a:ext cx="1967999" cy="914393"/>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8" name="图片 7" descr="融和元储超级符号_超级符号 副本"/>
          <p:cNvPicPr>
            <a:picLocks noChangeAspect="1"/>
          </p:cNvPicPr>
          <p:nvPr userDrawn="1"/>
        </p:nvPicPr>
        <p:blipFill>
          <a:blip r:embed="rId2"/>
          <a:srcRect t="32830" r="36076" b="4627"/>
          <a:stretch>
            <a:fillRect/>
          </a:stretch>
        </p:blipFill>
        <p:spPr>
          <a:xfrm>
            <a:off x="5182593" y="0"/>
            <a:ext cx="7009408" cy="6858000"/>
          </a:xfrm>
          <a:prstGeom prst="rect">
            <a:avLst/>
          </a:prstGeom>
        </p:spPr>
      </p:pic>
      <p:pic>
        <p:nvPicPr>
          <p:cNvPr id="13" name="图片 12" descr="A blue dots in a circle&#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28" y="0"/>
            <a:ext cx="1826270" cy="1749560"/>
          </a:xfrm>
          <a:prstGeom prst="rect">
            <a:avLst/>
          </a:prstGeom>
        </p:spPr>
      </p:pic>
      <p:sp>
        <p:nvSpPr>
          <p:cNvPr id="15" name="Title 1"/>
          <p:cNvSpPr>
            <a:spLocks noGrp="1"/>
          </p:cNvSpPr>
          <p:nvPr>
            <p:ph type="title" hasCustomPrompt="1"/>
          </p:nvPr>
        </p:nvSpPr>
        <p:spPr>
          <a:xfrm>
            <a:off x="830251" y="676922"/>
            <a:ext cx="10998200" cy="549275"/>
          </a:xfrm>
        </p:spPr>
        <p:txBody>
          <a:bodyPr vert="horz">
            <a:normAutofit/>
          </a:bodyPr>
          <a:lstStyle>
            <a:lvl1pPr>
              <a:defRPr sz="2800">
                <a:solidFill>
                  <a:srgbClr val="00263A"/>
                </a:solidFill>
              </a:defRPr>
            </a:lvl1pPr>
          </a:lstStyle>
          <a:p>
            <a:r>
              <a:rPr lang="zh-CN" altLang="en-US" dirty="0"/>
              <a:t>请输入章节标题</a:t>
            </a:r>
            <a:endParaRPr lang="en-GB" dirty="0"/>
          </a:p>
        </p:txBody>
      </p:sp>
      <p:sp>
        <p:nvSpPr>
          <p:cNvPr id="2" name="日期占位符 1"/>
          <p:cNvSpPr>
            <a:spLocks noGrp="1"/>
          </p:cNvSpPr>
          <p:nvPr>
            <p:ph type="dt" sz="half" idx="10"/>
          </p:nvPr>
        </p:nvSpPr>
        <p:spPr/>
        <p:txBody>
          <a:bodyPr/>
          <a:lstStyle/>
          <a:p>
            <a:endParaRPr lang="zh-CN" altLang="en-US" dirty="0"/>
          </a:p>
        </p:txBody>
      </p:sp>
      <p:sp>
        <p:nvSpPr>
          <p:cNvPr id="3" name="页脚占位符 2"/>
          <p:cNvSpPr>
            <a:spLocks noGrp="1"/>
          </p:cNvSpPr>
          <p:nvPr>
            <p:ph type="ftr" sz="quarter" idx="11"/>
          </p:nvPr>
        </p:nvSpPr>
        <p:spPr/>
        <p:txBody>
          <a:bodyPr/>
          <a:lstStyle/>
          <a:p>
            <a:r>
              <a:rPr lang="zh-CN" altLang="en-US"/>
              <a:t>权限：非公开</a:t>
            </a:r>
            <a:endParaRPr lang="zh-CN" altLang="en-US"/>
          </a:p>
        </p:txBody>
      </p:sp>
      <p:sp>
        <p:nvSpPr>
          <p:cNvPr id="4" name="灯片编号占位符 3"/>
          <p:cNvSpPr>
            <a:spLocks noGrp="1"/>
          </p:cNvSpPr>
          <p:nvPr>
            <p:ph type="sldNum" sz="quarter" idx="12"/>
          </p:nvPr>
        </p:nvSpPr>
        <p:spPr/>
        <p:txBody>
          <a:bodyPr/>
          <a:lstStyle/>
          <a:p>
            <a:fld id="{23C181FD-C806-49F6-AFC3-3939ABF9F11F}" type="slidenum">
              <a:rPr lang="zh-CN" altLang="en-US" smtClean="0"/>
            </a:fld>
            <a:endParaRPr lang="zh-CN" altLang="en-US"/>
          </a:p>
        </p:txBody>
      </p:sp>
      <p:pic>
        <p:nvPicPr>
          <p:cNvPr id="5" name="图片 4" descr="A blue and black logo&#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31813" y="8423"/>
            <a:ext cx="1967999" cy="914393"/>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8" name="图片 7" descr="融和元储超级符号_超级符号 副本"/>
          <p:cNvPicPr>
            <a:picLocks noChangeAspect="1"/>
          </p:cNvPicPr>
          <p:nvPr userDrawn="1"/>
        </p:nvPicPr>
        <p:blipFill>
          <a:blip r:embed="rId2"/>
          <a:srcRect b="52433"/>
          <a:stretch>
            <a:fillRect/>
          </a:stretch>
        </p:blipFill>
        <p:spPr>
          <a:xfrm>
            <a:off x="613394" y="1642187"/>
            <a:ext cx="10965213" cy="5215814"/>
          </a:xfrm>
          <a:prstGeom prst="rect">
            <a:avLst/>
          </a:prstGeom>
        </p:spPr>
      </p:pic>
      <p:pic>
        <p:nvPicPr>
          <p:cNvPr id="13" name="图片 12" descr="A blue dots in a circle&#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28" y="0"/>
            <a:ext cx="1826270" cy="1749560"/>
          </a:xfrm>
          <a:prstGeom prst="rect">
            <a:avLst/>
          </a:prstGeom>
        </p:spPr>
      </p:pic>
      <p:sp>
        <p:nvSpPr>
          <p:cNvPr id="15" name="Title 1"/>
          <p:cNvSpPr>
            <a:spLocks noGrp="1"/>
          </p:cNvSpPr>
          <p:nvPr>
            <p:ph type="title" hasCustomPrompt="1"/>
          </p:nvPr>
        </p:nvSpPr>
        <p:spPr>
          <a:xfrm>
            <a:off x="830251" y="676922"/>
            <a:ext cx="10998200" cy="549275"/>
          </a:xfrm>
        </p:spPr>
        <p:txBody>
          <a:bodyPr vert="horz">
            <a:normAutofit/>
          </a:bodyPr>
          <a:lstStyle>
            <a:lvl1pPr>
              <a:defRPr sz="2800">
                <a:solidFill>
                  <a:srgbClr val="00263A"/>
                </a:solidFill>
              </a:defRPr>
            </a:lvl1pPr>
          </a:lstStyle>
          <a:p>
            <a:r>
              <a:rPr lang="zh-CN" altLang="en-US" dirty="0"/>
              <a:t>请输入章节标题</a:t>
            </a:r>
            <a:endParaRPr lang="en-GB" dirty="0"/>
          </a:p>
        </p:txBody>
      </p:sp>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r>
              <a:rPr lang="zh-CN" altLang="en-US"/>
              <a:t>权限：非公开</a:t>
            </a:r>
            <a:endParaRPr lang="zh-CN" altLang="en-US"/>
          </a:p>
        </p:txBody>
      </p:sp>
      <p:sp>
        <p:nvSpPr>
          <p:cNvPr id="4" name="灯片编号占位符 3"/>
          <p:cNvSpPr>
            <a:spLocks noGrp="1"/>
          </p:cNvSpPr>
          <p:nvPr>
            <p:ph type="sldNum" sz="quarter" idx="12"/>
          </p:nvPr>
        </p:nvSpPr>
        <p:spPr/>
        <p:txBody>
          <a:bodyPr/>
          <a:lstStyle/>
          <a:p>
            <a:fld id="{23C181FD-C806-49F6-AFC3-3939ABF9F11F}" type="slidenum">
              <a:rPr lang="zh-CN" altLang="en-US" smtClean="0"/>
            </a:fld>
            <a:endParaRPr lang="zh-CN" altLang="en-US"/>
          </a:p>
        </p:txBody>
      </p:sp>
      <p:pic>
        <p:nvPicPr>
          <p:cNvPr id="5" name="图片 4" descr="A blue and black logo&#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31813" y="8423"/>
            <a:ext cx="1967999" cy="914393"/>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8" name="图片 7" descr="融和元储超级符号_超级符号 副本"/>
          <p:cNvPicPr>
            <a:picLocks noChangeAspect="1"/>
          </p:cNvPicPr>
          <p:nvPr userDrawn="1"/>
        </p:nvPicPr>
        <p:blipFill>
          <a:blip r:embed="rId2"/>
          <a:stretch>
            <a:fillRect/>
          </a:stretch>
        </p:blipFill>
        <p:spPr>
          <a:xfrm>
            <a:off x="2400008" y="-266992"/>
            <a:ext cx="7391983" cy="7391983"/>
          </a:xfrm>
          <a:prstGeom prst="rect">
            <a:avLst/>
          </a:prstGeom>
        </p:spPr>
      </p:pic>
      <p:pic>
        <p:nvPicPr>
          <p:cNvPr id="13" name="图片 12" descr="A blue dots in a circle&#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28" y="0"/>
            <a:ext cx="1826270" cy="1749560"/>
          </a:xfrm>
          <a:prstGeom prst="rect">
            <a:avLst/>
          </a:prstGeom>
        </p:spPr>
      </p:pic>
      <p:sp>
        <p:nvSpPr>
          <p:cNvPr id="15" name="Title 1"/>
          <p:cNvSpPr>
            <a:spLocks noGrp="1"/>
          </p:cNvSpPr>
          <p:nvPr>
            <p:ph type="title" hasCustomPrompt="1"/>
          </p:nvPr>
        </p:nvSpPr>
        <p:spPr>
          <a:xfrm>
            <a:off x="830251" y="676922"/>
            <a:ext cx="10998200" cy="549275"/>
          </a:xfrm>
        </p:spPr>
        <p:txBody>
          <a:bodyPr vert="horz">
            <a:normAutofit/>
          </a:bodyPr>
          <a:lstStyle>
            <a:lvl1pPr>
              <a:defRPr sz="2800">
                <a:solidFill>
                  <a:srgbClr val="00263A"/>
                </a:solidFill>
              </a:defRPr>
            </a:lvl1pPr>
          </a:lstStyle>
          <a:p>
            <a:r>
              <a:rPr lang="zh-CN" altLang="en-US" dirty="0"/>
              <a:t>请输入章节标题</a:t>
            </a:r>
            <a:endParaRPr lang="en-GB" dirty="0"/>
          </a:p>
        </p:txBody>
      </p:sp>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r>
              <a:rPr lang="zh-CN" altLang="en-US"/>
              <a:t>权限：非公开</a:t>
            </a:r>
            <a:endParaRPr lang="zh-CN" altLang="en-US"/>
          </a:p>
        </p:txBody>
      </p:sp>
      <p:sp>
        <p:nvSpPr>
          <p:cNvPr id="4" name="灯片编号占位符 3"/>
          <p:cNvSpPr>
            <a:spLocks noGrp="1"/>
          </p:cNvSpPr>
          <p:nvPr>
            <p:ph type="sldNum" sz="quarter" idx="12"/>
          </p:nvPr>
        </p:nvSpPr>
        <p:spPr/>
        <p:txBody>
          <a:bodyPr/>
          <a:lstStyle/>
          <a:p>
            <a:fld id="{23C181FD-C806-49F6-AFC3-3939ABF9F11F}" type="slidenum">
              <a:rPr lang="zh-CN" altLang="en-US" smtClean="0"/>
            </a:fld>
            <a:endParaRPr lang="zh-CN" altLang="en-US"/>
          </a:p>
        </p:txBody>
      </p:sp>
      <p:pic>
        <p:nvPicPr>
          <p:cNvPr id="5" name="图片 4" descr="A blue and black logo&#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31813" y="8423"/>
            <a:ext cx="1967999" cy="914393"/>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pic>
        <p:nvPicPr>
          <p:cNvPr id="8" name="图片 7" descr="融和元储超级符号_超级符号 副本"/>
          <p:cNvPicPr>
            <a:picLocks noChangeAspect="1"/>
          </p:cNvPicPr>
          <p:nvPr userDrawn="1"/>
        </p:nvPicPr>
        <p:blipFill>
          <a:blip r:embed="rId2"/>
          <a:srcRect r="34039" b="37457"/>
          <a:stretch>
            <a:fillRect/>
          </a:stretch>
        </p:blipFill>
        <p:spPr>
          <a:xfrm>
            <a:off x="4959227" y="1"/>
            <a:ext cx="7232773" cy="6858000"/>
          </a:xfrm>
          <a:prstGeom prst="rect">
            <a:avLst/>
          </a:prstGeom>
        </p:spPr>
      </p:pic>
      <p:pic>
        <p:nvPicPr>
          <p:cNvPr id="13" name="图片 12" descr="A blue dots in a circle&#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28" y="0"/>
            <a:ext cx="1826270" cy="1749560"/>
          </a:xfrm>
          <a:prstGeom prst="rect">
            <a:avLst/>
          </a:prstGeom>
        </p:spPr>
      </p:pic>
      <p:sp>
        <p:nvSpPr>
          <p:cNvPr id="15" name="Title 1"/>
          <p:cNvSpPr>
            <a:spLocks noGrp="1"/>
          </p:cNvSpPr>
          <p:nvPr>
            <p:ph type="title" hasCustomPrompt="1"/>
          </p:nvPr>
        </p:nvSpPr>
        <p:spPr>
          <a:xfrm>
            <a:off x="830251" y="676922"/>
            <a:ext cx="10998200" cy="549275"/>
          </a:xfrm>
        </p:spPr>
        <p:txBody>
          <a:bodyPr vert="horz">
            <a:normAutofit/>
          </a:bodyPr>
          <a:lstStyle>
            <a:lvl1pPr>
              <a:defRPr sz="2800">
                <a:solidFill>
                  <a:srgbClr val="00263A"/>
                </a:solidFill>
              </a:defRPr>
            </a:lvl1pPr>
          </a:lstStyle>
          <a:p>
            <a:r>
              <a:rPr lang="zh-CN" altLang="en-US" dirty="0"/>
              <a:t>请输入章节标题</a:t>
            </a:r>
            <a:endParaRPr lang="en-GB" dirty="0"/>
          </a:p>
        </p:txBody>
      </p:sp>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r>
              <a:rPr lang="zh-CN" altLang="en-US"/>
              <a:t>权限：非公开</a:t>
            </a:r>
            <a:endParaRPr lang="zh-CN" altLang="en-US"/>
          </a:p>
        </p:txBody>
      </p:sp>
      <p:sp>
        <p:nvSpPr>
          <p:cNvPr id="4" name="灯片编号占位符 3"/>
          <p:cNvSpPr>
            <a:spLocks noGrp="1"/>
          </p:cNvSpPr>
          <p:nvPr>
            <p:ph type="sldNum" sz="quarter" idx="12"/>
          </p:nvPr>
        </p:nvSpPr>
        <p:spPr/>
        <p:txBody>
          <a:bodyPr/>
          <a:lstStyle/>
          <a:p>
            <a:fld id="{23C181FD-C806-49F6-AFC3-3939ABF9F11F}" type="slidenum">
              <a:rPr lang="zh-CN" altLang="en-US" smtClean="0"/>
            </a:fld>
            <a:endParaRPr lang="zh-CN" altLang="en-US"/>
          </a:p>
        </p:txBody>
      </p:sp>
      <p:pic>
        <p:nvPicPr>
          <p:cNvPr id="5" name="图片 4" descr="A blue and black logo&#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31813" y="8423"/>
            <a:ext cx="1967999" cy="914393"/>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8_自定义版式">
    <p:bg>
      <p:bgPr>
        <a:solidFill>
          <a:schemeClr val="bg1"/>
        </a:solidFill>
        <a:effectLst/>
      </p:bgPr>
    </p:bg>
    <p:spTree>
      <p:nvGrpSpPr>
        <p:cNvPr id="1" name=""/>
        <p:cNvGrpSpPr/>
        <p:nvPr/>
      </p:nvGrpSpPr>
      <p:grpSpPr>
        <a:xfrm>
          <a:off x="0" y="0"/>
          <a:ext cx="0" cy="0"/>
          <a:chOff x="0" y="0"/>
          <a:chExt cx="0" cy="0"/>
        </a:xfrm>
      </p:grpSpPr>
      <p:pic>
        <p:nvPicPr>
          <p:cNvPr id="13" name="图片 12" descr="A blue dots in a circle&#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28" y="0"/>
            <a:ext cx="1826270" cy="1749560"/>
          </a:xfrm>
          <a:prstGeom prst="rect">
            <a:avLst/>
          </a:prstGeom>
        </p:spPr>
      </p:pic>
      <p:sp>
        <p:nvSpPr>
          <p:cNvPr id="15" name="Title 1"/>
          <p:cNvSpPr>
            <a:spLocks noGrp="1"/>
          </p:cNvSpPr>
          <p:nvPr>
            <p:ph type="title" hasCustomPrompt="1"/>
          </p:nvPr>
        </p:nvSpPr>
        <p:spPr>
          <a:xfrm>
            <a:off x="830251" y="676922"/>
            <a:ext cx="10998200" cy="549275"/>
          </a:xfrm>
        </p:spPr>
        <p:txBody>
          <a:bodyPr vert="horz">
            <a:normAutofit/>
          </a:bodyPr>
          <a:lstStyle>
            <a:lvl1pPr>
              <a:defRPr sz="2800">
                <a:solidFill>
                  <a:srgbClr val="00263A"/>
                </a:solidFill>
              </a:defRPr>
            </a:lvl1pPr>
          </a:lstStyle>
          <a:p>
            <a:r>
              <a:rPr lang="zh-CN" altLang="en-US" dirty="0"/>
              <a:t>请输入章节标题</a:t>
            </a:r>
            <a:endParaRPr lang="en-GB" dirty="0"/>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r>
              <a:rPr lang="zh-CN" altLang="en-US"/>
              <a:t>权限：非公开</a:t>
            </a:r>
            <a:endParaRPr lang="zh-CN" altLang="en-US"/>
          </a:p>
        </p:txBody>
      </p:sp>
      <p:sp>
        <p:nvSpPr>
          <p:cNvPr id="7" name="灯片编号占位符 6"/>
          <p:cNvSpPr>
            <a:spLocks noGrp="1"/>
          </p:cNvSpPr>
          <p:nvPr>
            <p:ph type="sldNum" sz="quarter" idx="12"/>
          </p:nvPr>
        </p:nvSpPr>
        <p:spPr/>
        <p:txBody>
          <a:bodyPr/>
          <a:lstStyle/>
          <a:p>
            <a:fld id="{23C181FD-C806-49F6-AFC3-3939ABF9F11F}" type="slidenum">
              <a:rPr lang="zh-CN" altLang="en-US" smtClean="0"/>
            </a:fld>
            <a:endParaRPr lang="zh-CN" altLang="en-US"/>
          </a:p>
        </p:txBody>
      </p:sp>
      <p:pic>
        <p:nvPicPr>
          <p:cNvPr id="2" name="图片 1" descr="A blue and black logo&#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31813" y="8423"/>
            <a:ext cx="1967999" cy="914393"/>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8" name="图片 7" descr="A blue and black logo&#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8726" y="5464819"/>
            <a:ext cx="2586346" cy="1201696"/>
          </a:xfrm>
          <a:prstGeom prst="rect">
            <a:avLst/>
          </a:prstGeom>
        </p:spPr>
      </p:pic>
      <p:pic>
        <p:nvPicPr>
          <p:cNvPr id="5" name="图片 4" descr="融和元储超级符号_超级符号 副本"/>
          <p:cNvPicPr>
            <a:picLocks noChangeAspect="1"/>
          </p:cNvPicPr>
          <p:nvPr userDrawn="1"/>
        </p:nvPicPr>
        <p:blipFill>
          <a:blip r:embed="rId3"/>
          <a:srcRect l="8514" t="32507"/>
          <a:stretch>
            <a:fillRect/>
          </a:stretch>
        </p:blipFill>
        <p:spPr>
          <a:xfrm>
            <a:off x="0" y="0"/>
            <a:ext cx="6762604" cy="4989064"/>
          </a:xfrm>
          <a:prstGeom prst="rect">
            <a:avLst/>
          </a:prstGeom>
        </p:spPr>
      </p:pic>
      <p:sp>
        <p:nvSpPr>
          <p:cNvPr id="4" name="Text Placeholder 6"/>
          <p:cNvSpPr>
            <a:spLocks noGrp="1"/>
          </p:cNvSpPr>
          <p:nvPr>
            <p:ph type="body" sz="quarter" idx="11" hasCustomPrompt="1"/>
          </p:nvPr>
        </p:nvSpPr>
        <p:spPr>
          <a:xfrm>
            <a:off x="1319943" y="1020677"/>
            <a:ext cx="3363912" cy="4024313"/>
          </a:xfrm>
        </p:spPr>
        <p:txBody>
          <a:bodyPr lIns="0" rIns="0">
            <a:normAutofit/>
          </a:bodyPr>
          <a:lstStyle>
            <a:lvl1pPr marL="0" indent="0" algn="ctr">
              <a:buFontTx/>
              <a:buNone/>
              <a:defRPr sz="6000">
                <a:solidFill>
                  <a:schemeClr val="accent1"/>
                </a:solidFill>
              </a:defRPr>
            </a:lvl1pPr>
          </a:lstStyle>
          <a:p>
            <a:pPr lvl="0"/>
            <a:r>
              <a:rPr lang="zh-CN" altLang="en-US" dirty="0"/>
              <a:t>请输入章节标题</a:t>
            </a:r>
            <a:endParaRPr lang="en-GB" dirty="0"/>
          </a:p>
        </p:txBody>
      </p:sp>
      <p:sp>
        <p:nvSpPr>
          <p:cNvPr id="3" name="图片占位符 2"/>
          <p:cNvSpPr>
            <a:spLocks noGrp="1"/>
          </p:cNvSpPr>
          <p:nvPr>
            <p:ph type="pic" sz="quarter" idx="10"/>
          </p:nvPr>
        </p:nvSpPr>
        <p:spPr>
          <a:xfrm>
            <a:off x="6096000" y="0"/>
            <a:ext cx="6096000" cy="6858000"/>
          </a:xfrm>
        </p:spPr>
        <p:txBody>
          <a:bodyPr/>
          <a:lstStyle/>
          <a:p>
            <a:endParaRPr lang="zh-CN" altLang="en-US"/>
          </a:p>
        </p:txBody>
      </p:sp>
      <p:sp>
        <p:nvSpPr>
          <p:cNvPr id="2" name="日期占位符 1"/>
          <p:cNvSpPr>
            <a:spLocks noGrp="1"/>
          </p:cNvSpPr>
          <p:nvPr>
            <p:ph type="dt" sz="half" idx="12"/>
          </p:nvPr>
        </p:nvSpPr>
        <p:spPr/>
        <p:txBody>
          <a:bodyPr/>
          <a:lstStyle/>
          <a:p>
            <a:endParaRPr lang="zh-CN" altLang="en-US"/>
          </a:p>
        </p:txBody>
      </p:sp>
      <p:sp>
        <p:nvSpPr>
          <p:cNvPr id="6" name="页脚占位符 5"/>
          <p:cNvSpPr>
            <a:spLocks noGrp="1"/>
          </p:cNvSpPr>
          <p:nvPr>
            <p:ph type="ftr" sz="quarter" idx="13"/>
          </p:nvPr>
        </p:nvSpPr>
        <p:spPr/>
        <p:txBody>
          <a:bodyPr/>
          <a:lstStyle/>
          <a:p>
            <a:r>
              <a:rPr lang="zh-CN" altLang="en-US"/>
              <a:t>权限：非公开</a:t>
            </a:r>
            <a:endParaRPr lang="zh-CN" altLang="en-US"/>
          </a:p>
        </p:txBody>
      </p:sp>
      <p:sp>
        <p:nvSpPr>
          <p:cNvPr id="7" name="灯片编号占位符 6"/>
          <p:cNvSpPr>
            <a:spLocks noGrp="1"/>
          </p:cNvSpPr>
          <p:nvPr>
            <p:ph type="sldNum" sz="quarter" idx="14"/>
          </p:nvPr>
        </p:nvSpPr>
        <p:spPr/>
        <p:txBody>
          <a:bodyPr/>
          <a:lstStyle/>
          <a:p>
            <a:fld id="{23C181FD-C806-49F6-AFC3-3939ABF9F11F}"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pic>
        <p:nvPicPr>
          <p:cNvPr id="8" name="图片 7" descr="融和元储超级符号_超级符号 副本"/>
          <p:cNvPicPr>
            <a:picLocks noChangeAspect="1"/>
          </p:cNvPicPr>
          <p:nvPr userDrawn="1"/>
        </p:nvPicPr>
        <p:blipFill>
          <a:blip r:embed="rId2"/>
          <a:srcRect t="32507" r="6437"/>
          <a:stretch>
            <a:fillRect/>
          </a:stretch>
        </p:blipFill>
        <p:spPr>
          <a:xfrm>
            <a:off x="5275831" y="0"/>
            <a:ext cx="6916170" cy="4989064"/>
          </a:xfrm>
          <a:prstGeom prst="rect">
            <a:avLst/>
          </a:prstGeom>
        </p:spPr>
      </p:pic>
      <p:sp>
        <p:nvSpPr>
          <p:cNvPr id="10" name="Text Placeholder 6"/>
          <p:cNvSpPr>
            <a:spLocks noGrp="1"/>
          </p:cNvSpPr>
          <p:nvPr>
            <p:ph type="body" sz="quarter" idx="11" hasCustomPrompt="1"/>
          </p:nvPr>
        </p:nvSpPr>
        <p:spPr>
          <a:xfrm>
            <a:off x="7289865" y="1020677"/>
            <a:ext cx="3363912" cy="4024313"/>
          </a:xfrm>
        </p:spPr>
        <p:txBody>
          <a:bodyPr lIns="0" rIns="0">
            <a:normAutofit/>
          </a:bodyPr>
          <a:lstStyle>
            <a:lvl1pPr marL="0" indent="0" algn="ctr">
              <a:buFontTx/>
              <a:buNone/>
              <a:defRPr sz="6000">
                <a:solidFill>
                  <a:schemeClr val="accent1"/>
                </a:solidFill>
              </a:defRPr>
            </a:lvl1pPr>
          </a:lstStyle>
          <a:p>
            <a:pPr lvl="0"/>
            <a:r>
              <a:rPr lang="zh-CN" altLang="en-US" dirty="0"/>
              <a:t>请输入章节标题</a:t>
            </a:r>
            <a:endParaRPr lang="en-GB" dirty="0"/>
          </a:p>
        </p:txBody>
      </p:sp>
      <p:sp>
        <p:nvSpPr>
          <p:cNvPr id="3" name="图片占位符 2"/>
          <p:cNvSpPr>
            <a:spLocks noGrp="1"/>
          </p:cNvSpPr>
          <p:nvPr>
            <p:ph type="pic" sz="quarter" idx="10"/>
          </p:nvPr>
        </p:nvSpPr>
        <p:spPr>
          <a:xfrm>
            <a:off x="0" y="0"/>
            <a:ext cx="6096000" cy="6858000"/>
          </a:xfrm>
        </p:spPr>
        <p:txBody>
          <a:bodyPr/>
          <a:lstStyle/>
          <a:p>
            <a:endParaRPr lang="zh-CN" altLang="en-US"/>
          </a:p>
        </p:txBody>
      </p:sp>
      <p:sp>
        <p:nvSpPr>
          <p:cNvPr id="2" name="日期占位符 1"/>
          <p:cNvSpPr>
            <a:spLocks noGrp="1"/>
          </p:cNvSpPr>
          <p:nvPr>
            <p:ph type="dt" sz="half" idx="12"/>
          </p:nvPr>
        </p:nvSpPr>
        <p:spPr/>
        <p:txBody>
          <a:bodyPr/>
          <a:lstStyle/>
          <a:p>
            <a:endParaRPr lang="zh-CN" altLang="en-US"/>
          </a:p>
        </p:txBody>
      </p:sp>
      <p:sp>
        <p:nvSpPr>
          <p:cNvPr id="4" name="页脚占位符 3"/>
          <p:cNvSpPr>
            <a:spLocks noGrp="1"/>
          </p:cNvSpPr>
          <p:nvPr>
            <p:ph type="ftr" sz="quarter" idx="13"/>
          </p:nvPr>
        </p:nvSpPr>
        <p:spPr/>
        <p:txBody>
          <a:bodyPr/>
          <a:lstStyle/>
          <a:p>
            <a:r>
              <a:rPr lang="zh-CN" altLang="en-US"/>
              <a:t>权限：非公开</a:t>
            </a:r>
            <a:endParaRPr lang="zh-CN" altLang="en-US"/>
          </a:p>
        </p:txBody>
      </p:sp>
      <p:sp>
        <p:nvSpPr>
          <p:cNvPr id="5" name="灯片编号占位符 4"/>
          <p:cNvSpPr>
            <a:spLocks noGrp="1"/>
          </p:cNvSpPr>
          <p:nvPr>
            <p:ph type="sldNum" sz="quarter" idx="14"/>
          </p:nvPr>
        </p:nvSpPr>
        <p:spPr/>
        <p:txBody>
          <a:bodyPr/>
          <a:lstStyle/>
          <a:p>
            <a:fld id="{23C181FD-C806-49F6-AFC3-3939ABF9F11F}" type="slidenum">
              <a:rPr lang="zh-CN" altLang="en-US" smtClean="0"/>
            </a:fld>
            <a:endParaRPr lang="zh-CN" altLang="en-US"/>
          </a:p>
        </p:txBody>
      </p:sp>
      <p:pic>
        <p:nvPicPr>
          <p:cNvPr id="6" name="图片 5" descr="A blue and black logo&#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78648" y="5464819"/>
            <a:ext cx="2586346" cy="120169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pic>
        <p:nvPicPr>
          <p:cNvPr id="3" name="图片 2" descr="A blue dots in a circle&#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4297" y="-1158707"/>
            <a:ext cx="4440068" cy="4253569"/>
          </a:xfrm>
          <a:prstGeom prst="rect">
            <a:avLst/>
          </a:prstGeom>
        </p:spPr>
      </p:pic>
      <p:sp>
        <p:nvSpPr>
          <p:cNvPr id="15" name="Title 1"/>
          <p:cNvSpPr>
            <a:spLocks noGrp="1"/>
          </p:cNvSpPr>
          <p:nvPr>
            <p:ph type="title" hasCustomPrompt="1"/>
          </p:nvPr>
        </p:nvSpPr>
        <p:spPr>
          <a:xfrm>
            <a:off x="616111" y="551278"/>
            <a:ext cx="10998200" cy="549275"/>
          </a:xfrm>
        </p:spPr>
        <p:txBody>
          <a:bodyPr vert="horz">
            <a:normAutofit/>
          </a:bodyPr>
          <a:lstStyle>
            <a:lvl1pPr>
              <a:defRPr sz="2800">
                <a:solidFill>
                  <a:srgbClr val="00263A"/>
                </a:solidFill>
              </a:defRPr>
            </a:lvl1pPr>
          </a:lstStyle>
          <a:p>
            <a:r>
              <a:rPr lang="zh-CN" altLang="en-US" dirty="0"/>
              <a:t>请输入章节标题</a:t>
            </a:r>
            <a:endParaRPr lang="en-GB" dirty="0"/>
          </a:p>
        </p:txBody>
      </p:sp>
      <p:sp>
        <p:nvSpPr>
          <p:cNvPr id="2" name="Text Placeholder 3"/>
          <p:cNvSpPr>
            <a:spLocks noGrp="1"/>
          </p:cNvSpPr>
          <p:nvPr>
            <p:ph type="body" sz="quarter" idx="12" hasCustomPrompt="1"/>
          </p:nvPr>
        </p:nvSpPr>
        <p:spPr>
          <a:xfrm>
            <a:off x="616111" y="1126529"/>
            <a:ext cx="11380788" cy="368300"/>
          </a:xfrm>
        </p:spPr>
        <p:txBody>
          <a:bodyPr>
            <a:normAutofit/>
          </a:bodyPr>
          <a:lstStyle>
            <a:lvl1pPr marL="0" indent="0">
              <a:buFontTx/>
              <a:buNone/>
              <a:defRPr sz="2000">
                <a:solidFill>
                  <a:schemeClr val="accent1"/>
                </a:solidFill>
              </a:defRPr>
            </a:lvl1pPr>
          </a:lstStyle>
          <a:p>
            <a:pPr lvl="0"/>
            <a:r>
              <a:rPr lang="zh-CN" altLang="en-US" dirty="0"/>
              <a:t>请输入副标题</a:t>
            </a:r>
            <a:endParaRPr lang="en-GB" dirty="0"/>
          </a:p>
        </p:txBody>
      </p:sp>
      <p:sp>
        <p:nvSpPr>
          <p:cNvPr id="4" name="Chart Placeholder 4"/>
          <p:cNvSpPr>
            <a:spLocks noGrp="1"/>
          </p:cNvSpPr>
          <p:nvPr>
            <p:ph type="chart" sz="quarter" idx="13" hasCustomPrompt="1"/>
          </p:nvPr>
        </p:nvSpPr>
        <p:spPr>
          <a:xfrm>
            <a:off x="404461" y="2385629"/>
            <a:ext cx="5508000" cy="3449638"/>
          </a:xfrm>
        </p:spPr>
        <p:txBody>
          <a:bodyPr anchor="ctr" anchorCtr="0"/>
          <a:lstStyle>
            <a:lvl1pPr marL="0" indent="0" algn="ctr">
              <a:buFontTx/>
              <a:buNone/>
              <a:defRPr/>
            </a:lvl1pPr>
          </a:lstStyle>
          <a:p>
            <a:r>
              <a:rPr lang="zh-CN" altLang="en-US"/>
              <a:t>单击图标添加图表</a:t>
            </a:r>
            <a:endParaRPr lang="en-GB"/>
          </a:p>
        </p:txBody>
      </p:sp>
      <p:sp>
        <p:nvSpPr>
          <p:cNvPr id="5" name="Chart Placeholder 4"/>
          <p:cNvSpPr>
            <a:spLocks noGrp="1"/>
          </p:cNvSpPr>
          <p:nvPr>
            <p:ph type="chart" sz="quarter" idx="14" hasCustomPrompt="1"/>
          </p:nvPr>
        </p:nvSpPr>
        <p:spPr>
          <a:xfrm>
            <a:off x="6277249" y="2385629"/>
            <a:ext cx="5508000" cy="3449638"/>
          </a:xfrm>
        </p:spPr>
        <p:txBody>
          <a:bodyPr anchor="ctr" anchorCtr="0"/>
          <a:lstStyle>
            <a:lvl1pPr marL="0" indent="0" algn="ctr">
              <a:buFontTx/>
              <a:buNone/>
              <a:defRPr/>
            </a:lvl1pPr>
          </a:lstStyle>
          <a:p>
            <a:r>
              <a:rPr lang="zh-CN" altLang="en-US"/>
              <a:t>单击图标添加图表</a:t>
            </a:r>
            <a:endParaRPr lang="en-GB"/>
          </a:p>
        </p:txBody>
      </p:sp>
      <p:sp>
        <p:nvSpPr>
          <p:cNvPr id="6" name="日期占位符 5"/>
          <p:cNvSpPr>
            <a:spLocks noGrp="1"/>
          </p:cNvSpPr>
          <p:nvPr>
            <p:ph type="dt" sz="half" idx="15"/>
          </p:nvPr>
        </p:nvSpPr>
        <p:spPr/>
        <p:txBody>
          <a:bodyPr/>
          <a:lstStyle/>
          <a:p>
            <a:endParaRPr lang="zh-CN" altLang="en-US"/>
          </a:p>
        </p:txBody>
      </p:sp>
      <p:sp>
        <p:nvSpPr>
          <p:cNvPr id="7" name="页脚占位符 6"/>
          <p:cNvSpPr>
            <a:spLocks noGrp="1"/>
          </p:cNvSpPr>
          <p:nvPr>
            <p:ph type="ftr" sz="quarter" idx="16"/>
          </p:nvPr>
        </p:nvSpPr>
        <p:spPr/>
        <p:txBody>
          <a:bodyPr/>
          <a:lstStyle/>
          <a:p>
            <a:r>
              <a:rPr lang="zh-CN" altLang="en-US"/>
              <a:t>权限：非公开</a:t>
            </a:r>
            <a:endParaRPr lang="zh-CN" altLang="en-US"/>
          </a:p>
        </p:txBody>
      </p:sp>
      <p:sp>
        <p:nvSpPr>
          <p:cNvPr id="8" name="灯片编号占位符 7"/>
          <p:cNvSpPr>
            <a:spLocks noGrp="1"/>
          </p:cNvSpPr>
          <p:nvPr>
            <p:ph type="sldNum" sz="quarter" idx="17"/>
          </p:nvPr>
        </p:nvSpPr>
        <p:spPr/>
        <p:txBody>
          <a:bodyPr/>
          <a:lstStyle/>
          <a:p>
            <a:fld id="{23C181FD-C806-49F6-AFC3-3939ABF9F11F}" type="slidenum">
              <a:rPr lang="zh-CN" altLang="en-US" smtClean="0"/>
            </a:fld>
            <a:endParaRPr lang="zh-CN" altLang="en-US"/>
          </a:p>
        </p:txBody>
      </p:sp>
      <p:pic>
        <p:nvPicPr>
          <p:cNvPr id="9" name="图片 8" descr="A blue and black logo&#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31813" y="8423"/>
            <a:ext cx="1967999" cy="914393"/>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pic>
        <p:nvPicPr>
          <p:cNvPr id="3" name="图片 2" descr="A blue dots in a circle&#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4297" y="-1158707"/>
            <a:ext cx="4440068" cy="4253569"/>
          </a:xfrm>
          <a:prstGeom prst="rect">
            <a:avLst/>
          </a:prstGeom>
        </p:spPr>
      </p:pic>
      <p:sp>
        <p:nvSpPr>
          <p:cNvPr id="6" name="Chart Placeholder 4"/>
          <p:cNvSpPr>
            <a:spLocks noGrp="1"/>
          </p:cNvSpPr>
          <p:nvPr>
            <p:ph type="chart" sz="quarter" idx="13" hasCustomPrompt="1"/>
          </p:nvPr>
        </p:nvSpPr>
        <p:spPr>
          <a:xfrm>
            <a:off x="405606" y="2281833"/>
            <a:ext cx="3600000" cy="3449638"/>
          </a:xfrm>
        </p:spPr>
        <p:txBody>
          <a:bodyPr anchor="ctr" anchorCtr="0"/>
          <a:lstStyle>
            <a:lvl1pPr marL="0" indent="0" algn="ctr">
              <a:buFontTx/>
              <a:buNone/>
              <a:defRPr/>
            </a:lvl1pPr>
          </a:lstStyle>
          <a:p>
            <a:r>
              <a:rPr lang="zh-CN" altLang="en-US"/>
              <a:t>单击图标添加图表</a:t>
            </a:r>
            <a:endParaRPr lang="en-GB"/>
          </a:p>
        </p:txBody>
      </p:sp>
      <p:sp>
        <p:nvSpPr>
          <p:cNvPr id="7" name="Chart Placeholder 4"/>
          <p:cNvSpPr>
            <a:spLocks noGrp="1"/>
          </p:cNvSpPr>
          <p:nvPr>
            <p:ph type="chart" sz="quarter" idx="14" hasCustomPrompt="1"/>
          </p:nvPr>
        </p:nvSpPr>
        <p:spPr>
          <a:xfrm>
            <a:off x="4296000" y="2281833"/>
            <a:ext cx="3600000" cy="3449638"/>
          </a:xfrm>
        </p:spPr>
        <p:txBody>
          <a:bodyPr anchor="ctr" anchorCtr="0"/>
          <a:lstStyle>
            <a:lvl1pPr marL="0" indent="0" algn="ctr">
              <a:buFontTx/>
              <a:buNone/>
              <a:defRPr/>
            </a:lvl1pPr>
          </a:lstStyle>
          <a:p>
            <a:r>
              <a:rPr lang="zh-CN" altLang="en-US"/>
              <a:t>单击图标添加图表</a:t>
            </a:r>
            <a:endParaRPr lang="en-GB"/>
          </a:p>
        </p:txBody>
      </p:sp>
      <p:sp>
        <p:nvSpPr>
          <p:cNvPr id="8" name="Chart Placeholder 4"/>
          <p:cNvSpPr>
            <a:spLocks noGrp="1"/>
          </p:cNvSpPr>
          <p:nvPr>
            <p:ph type="chart" sz="quarter" idx="15" hasCustomPrompt="1"/>
          </p:nvPr>
        </p:nvSpPr>
        <p:spPr>
          <a:xfrm>
            <a:off x="8186394" y="2281833"/>
            <a:ext cx="3600000" cy="3449638"/>
          </a:xfrm>
        </p:spPr>
        <p:txBody>
          <a:bodyPr anchor="ctr" anchorCtr="0"/>
          <a:lstStyle>
            <a:lvl1pPr marL="0" indent="0" algn="ctr">
              <a:buFontTx/>
              <a:buNone/>
              <a:defRPr/>
            </a:lvl1pPr>
          </a:lstStyle>
          <a:p>
            <a:r>
              <a:rPr lang="zh-CN" altLang="en-US"/>
              <a:t>单击图标添加图表</a:t>
            </a:r>
            <a:endParaRPr lang="en-GB"/>
          </a:p>
        </p:txBody>
      </p:sp>
      <p:sp>
        <p:nvSpPr>
          <p:cNvPr id="4" name="Title 1"/>
          <p:cNvSpPr>
            <a:spLocks noGrp="1"/>
          </p:cNvSpPr>
          <p:nvPr>
            <p:ph type="title" hasCustomPrompt="1"/>
          </p:nvPr>
        </p:nvSpPr>
        <p:spPr>
          <a:xfrm>
            <a:off x="616111" y="551278"/>
            <a:ext cx="10998200" cy="549275"/>
          </a:xfrm>
        </p:spPr>
        <p:txBody>
          <a:bodyPr vert="horz">
            <a:normAutofit/>
          </a:bodyPr>
          <a:lstStyle>
            <a:lvl1pPr>
              <a:defRPr sz="2800">
                <a:solidFill>
                  <a:srgbClr val="00263A"/>
                </a:solidFill>
              </a:defRPr>
            </a:lvl1pPr>
          </a:lstStyle>
          <a:p>
            <a:r>
              <a:rPr lang="zh-CN" altLang="en-US" dirty="0"/>
              <a:t>请输入章节标题</a:t>
            </a:r>
            <a:endParaRPr lang="en-GB" dirty="0"/>
          </a:p>
        </p:txBody>
      </p:sp>
      <p:sp>
        <p:nvSpPr>
          <p:cNvPr id="5" name="Text Placeholder 3"/>
          <p:cNvSpPr>
            <a:spLocks noGrp="1"/>
          </p:cNvSpPr>
          <p:nvPr>
            <p:ph type="body" sz="quarter" idx="12" hasCustomPrompt="1"/>
          </p:nvPr>
        </p:nvSpPr>
        <p:spPr>
          <a:xfrm>
            <a:off x="616111" y="1126529"/>
            <a:ext cx="11380788" cy="368300"/>
          </a:xfrm>
        </p:spPr>
        <p:txBody>
          <a:bodyPr>
            <a:normAutofit/>
          </a:bodyPr>
          <a:lstStyle>
            <a:lvl1pPr marL="0" indent="0">
              <a:buFontTx/>
              <a:buNone/>
              <a:defRPr sz="2000">
                <a:solidFill>
                  <a:schemeClr val="accent1"/>
                </a:solidFill>
              </a:defRPr>
            </a:lvl1pPr>
          </a:lstStyle>
          <a:p>
            <a:pPr lvl="0"/>
            <a:r>
              <a:rPr lang="zh-CN" altLang="en-US" dirty="0"/>
              <a:t>请输入副标题</a:t>
            </a:r>
            <a:endParaRPr lang="en-GB" dirty="0"/>
          </a:p>
        </p:txBody>
      </p:sp>
      <p:sp>
        <p:nvSpPr>
          <p:cNvPr id="9" name="日期占位符 8"/>
          <p:cNvSpPr>
            <a:spLocks noGrp="1"/>
          </p:cNvSpPr>
          <p:nvPr>
            <p:ph type="dt" sz="half" idx="16"/>
          </p:nvPr>
        </p:nvSpPr>
        <p:spPr/>
        <p:txBody>
          <a:bodyPr/>
          <a:lstStyle/>
          <a:p>
            <a:endParaRPr lang="zh-CN" altLang="en-US"/>
          </a:p>
        </p:txBody>
      </p:sp>
      <p:sp>
        <p:nvSpPr>
          <p:cNvPr id="10" name="页脚占位符 9"/>
          <p:cNvSpPr>
            <a:spLocks noGrp="1"/>
          </p:cNvSpPr>
          <p:nvPr>
            <p:ph type="ftr" sz="quarter" idx="17"/>
          </p:nvPr>
        </p:nvSpPr>
        <p:spPr/>
        <p:txBody>
          <a:bodyPr/>
          <a:lstStyle/>
          <a:p>
            <a:r>
              <a:rPr lang="zh-CN" altLang="en-US"/>
              <a:t>权限：非公开</a:t>
            </a:r>
            <a:endParaRPr lang="zh-CN" altLang="en-US"/>
          </a:p>
        </p:txBody>
      </p:sp>
      <p:sp>
        <p:nvSpPr>
          <p:cNvPr id="11" name="灯片编号占位符 10"/>
          <p:cNvSpPr>
            <a:spLocks noGrp="1"/>
          </p:cNvSpPr>
          <p:nvPr>
            <p:ph type="sldNum" sz="quarter" idx="18"/>
          </p:nvPr>
        </p:nvSpPr>
        <p:spPr/>
        <p:txBody>
          <a:bodyPr/>
          <a:lstStyle/>
          <a:p>
            <a:fld id="{23C181FD-C806-49F6-AFC3-3939ABF9F11F}" type="slidenum">
              <a:rPr lang="zh-CN" altLang="en-US" smtClean="0"/>
            </a:fld>
            <a:endParaRPr lang="zh-CN" altLang="en-US"/>
          </a:p>
        </p:txBody>
      </p:sp>
      <p:pic>
        <p:nvPicPr>
          <p:cNvPr id="2" name="图片 1" descr="A blue and black logo&#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31813" y="8423"/>
            <a:ext cx="1967999" cy="914393"/>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5_自定义版式">
    <p:bg>
      <p:bgPr>
        <a:solidFill>
          <a:srgbClr val="00263A"/>
        </a:solidFill>
        <a:effectLst/>
      </p:bgPr>
    </p:bg>
    <p:spTree>
      <p:nvGrpSpPr>
        <p:cNvPr id="1" name=""/>
        <p:cNvGrpSpPr/>
        <p:nvPr/>
      </p:nvGrpSpPr>
      <p:grpSpPr>
        <a:xfrm>
          <a:off x="0" y="0"/>
          <a:ext cx="0" cy="0"/>
          <a:chOff x="0" y="0"/>
          <a:chExt cx="0" cy="0"/>
        </a:xfrm>
      </p:grpSpPr>
      <p:sp>
        <p:nvSpPr>
          <p:cNvPr id="15" name="Title 1"/>
          <p:cNvSpPr>
            <a:spLocks noGrp="1"/>
          </p:cNvSpPr>
          <p:nvPr>
            <p:ph type="title" hasCustomPrompt="1"/>
          </p:nvPr>
        </p:nvSpPr>
        <p:spPr>
          <a:xfrm>
            <a:off x="838200" y="217910"/>
            <a:ext cx="10998200" cy="549275"/>
          </a:xfrm>
        </p:spPr>
        <p:txBody>
          <a:bodyPr vert="horz">
            <a:normAutofit/>
          </a:bodyPr>
          <a:lstStyle>
            <a:lvl1pPr>
              <a:defRPr sz="2800">
                <a:solidFill>
                  <a:schemeClr val="bg1"/>
                </a:solidFill>
              </a:defRPr>
            </a:lvl1pPr>
          </a:lstStyle>
          <a:p>
            <a:r>
              <a:rPr lang="zh-CN" altLang="en-US" dirty="0"/>
              <a:t>请输入章节标题</a:t>
            </a:r>
            <a:endParaRPr lang="en-GB" dirty="0"/>
          </a:p>
        </p:txBody>
      </p:sp>
      <p:pic>
        <p:nvPicPr>
          <p:cNvPr id="3" name="图片 2" descr="A white text on a black background&#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82200" y="13339"/>
            <a:ext cx="1967998" cy="914392"/>
          </a:xfrm>
          <a:prstGeom prst="rect">
            <a:avLst/>
          </a:prstGeom>
        </p:spPr>
      </p:pic>
      <p:sp>
        <p:nvSpPr>
          <p:cNvPr id="2" name="日期占位符 1"/>
          <p:cNvSpPr>
            <a:spLocks noGrp="1"/>
          </p:cNvSpPr>
          <p:nvPr>
            <p:ph type="dt" sz="half" idx="10"/>
          </p:nvPr>
        </p:nvSpPr>
        <p:spPr/>
        <p:txBody>
          <a:bodyPr/>
          <a:lstStyle/>
          <a:p>
            <a:r>
              <a:rPr lang="en-US" altLang="zh-CN" dirty="0"/>
              <a:t>Date</a:t>
            </a:r>
            <a:endParaRPr lang="zh-CN" altLang="en-US" dirty="0"/>
          </a:p>
        </p:txBody>
      </p:sp>
      <p:sp>
        <p:nvSpPr>
          <p:cNvPr id="4" name="页脚占位符 3"/>
          <p:cNvSpPr>
            <a:spLocks noGrp="1"/>
          </p:cNvSpPr>
          <p:nvPr>
            <p:ph type="ftr" sz="quarter" idx="11"/>
          </p:nvPr>
        </p:nvSpPr>
        <p:spPr/>
        <p:txBody>
          <a:bodyPr/>
          <a:lstStyle/>
          <a:p>
            <a:r>
              <a:rPr lang="zh-CN" altLang="en-US" dirty="0"/>
              <a:t>权限：非公开</a:t>
            </a:r>
            <a:endParaRPr lang="zh-CN" altLang="en-US" dirty="0"/>
          </a:p>
        </p:txBody>
      </p:sp>
      <p:sp>
        <p:nvSpPr>
          <p:cNvPr id="5" name="灯片编号占位符 4"/>
          <p:cNvSpPr>
            <a:spLocks noGrp="1"/>
          </p:cNvSpPr>
          <p:nvPr>
            <p:ph type="sldNum" sz="quarter" idx="12"/>
          </p:nvPr>
        </p:nvSpPr>
        <p:spPr/>
        <p:txBody>
          <a:bodyPr/>
          <a:lstStyle/>
          <a:p>
            <a:fld id="{23C181FD-C806-49F6-AFC3-3939ABF9F11F}" type="slidenum">
              <a:rPr lang="zh-CN" altLang="en-US" smtClean="0"/>
            </a:fld>
            <a:endParaRPr lang="zh-CN" altLang="en-US"/>
          </a:p>
        </p:txBody>
      </p:sp>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113030" y="85090"/>
            <a:ext cx="770890" cy="77089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2_自定义版式">
    <p:bg>
      <p:bgPr>
        <a:solidFill>
          <a:srgbClr val="00263A"/>
        </a:solidFill>
        <a:effectLst/>
      </p:bgPr>
    </p:bg>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8928" y="0"/>
            <a:ext cx="1826269" cy="1749560"/>
          </a:xfrm>
          <a:prstGeom prst="rect">
            <a:avLst/>
          </a:prstGeom>
        </p:spPr>
      </p:pic>
      <p:sp>
        <p:nvSpPr>
          <p:cNvPr id="15" name="Title 1"/>
          <p:cNvSpPr>
            <a:spLocks noGrp="1"/>
          </p:cNvSpPr>
          <p:nvPr>
            <p:ph type="title" hasCustomPrompt="1"/>
          </p:nvPr>
        </p:nvSpPr>
        <p:spPr>
          <a:xfrm>
            <a:off x="830251" y="676922"/>
            <a:ext cx="10998200" cy="549275"/>
          </a:xfrm>
        </p:spPr>
        <p:txBody>
          <a:bodyPr vert="horz">
            <a:normAutofit/>
          </a:bodyPr>
          <a:lstStyle>
            <a:lvl1pPr>
              <a:defRPr sz="2800">
                <a:solidFill>
                  <a:schemeClr val="bg1"/>
                </a:solidFill>
              </a:defRPr>
            </a:lvl1pPr>
          </a:lstStyle>
          <a:p>
            <a:r>
              <a:rPr lang="zh-CN" altLang="en-US" dirty="0"/>
              <a:t>请输入章节标题</a:t>
            </a:r>
            <a:endParaRPr lang="en-GB" dirty="0"/>
          </a:p>
        </p:txBody>
      </p:sp>
      <p:pic>
        <p:nvPicPr>
          <p:cNvPr id="3" name="图片 2" descr="A white text on a black background&#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31813" y="8424"/>
            <a:ext cx="1967998" cy="914392"/>
          </a:xfrm>
          <a:prstGeom prst="rect">
            <a:avLst/>
          </a:prstGeom>
        </p:spPr>
      </p:pic>
      <p:sp>
        <p:nvSpPr>
          <p:cNvPr id="2" name="日期占位符 1"/>
          <p:cNvSpPr>
            <a:spLocks noGrp="1"/>
          </p:cNvSpPr>
          <p:nvPr>
            <p:ph type="dt" sz="half" idx="10"/>
          </p:nvPr>
        </p:nvSpPr>
        <p:spPr/>
        <p:txBody>
          <a:bodyPr/>
          <a:lstStyle/>
          <a:p>
            <a:r>
              <a:rPr lang="en-US" altLang="zh-CN" dirty="0"/>
              <a:t>Date</a:t>
            </a:r>
            <a:endParaRPr lang="zh-CN" altLang="en-US" dirty="0"/>
          </a:p>
        </p:txBody>
      </p:sp>
      <p:sp>
        <p:nvSpPr>
          <p:cNvPr id="4" name="页脚占位符 3"/>
          <p:cNvSpPr>
            <a:spLocks noGrp="1"/>
          </p:cNvSpPr>
          <p:nvPr>
            <p:ph type="ftr" sz="quarter" idx="11"/>
          </p:nvPr>
        </p:nvSpPr>
        <p:spPr/>
        <p:txBody>
          <a:bodyPr/>
          <a:lstStyle/>
          <a:p>
            <a:r>
              <a:rPr lang="zh-CN" altLang="en-US" dirty="0"/>
              <a:t>权限：非公开</a:t>
            </a:r>
            <a:endParaRPr lang="zh-CN" altLang="en-US" dirty="0"/>
          </a:p>
        </p:txBody>
      </p:sp>
      <p:sp>
        <p:nvSpPr>
          <p:cNvPr id="5" name="灯片编号占位符 4"/>
          <p:cNvSpPr>
            <a:spLocks noGrp="1"/>
          </p:cNvSpPr>
          <p:nvPr>
            <p:ph type="sldNum" sz="quarter" idx="12"/>
          </p:nvPr>
        </p:nvSpPr>
        <p:spPr/>
        <p:txBody>
          <a:bodyPr/>
          <a:lstStyle/>
          <a:p>
            <a:fld id="{23C181FD-C806-49F6-AFC3-3939ABF9F11F}"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自定义版式">
    <p:bg>
      <p:bgPr>
        <a:solidFill>
          <a:srgbClr val="00263A"/>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5182592" y="-3599909"/>
            <a:ext cx="10965213" cy="10965213"/>
          </a:xfrm>
          <a:prstGeom prst="rect">
            <a:avLst/>
          </a:prstGeom>
        </p:spPr>
      </p:pic>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8928" y="0"/>
            <a:ext cx="1826269" cy="1749560"/>
          </a:xfrm>
          <a:prstGeom prst="rect">
            <a:avLst/>
          </a:prstGeom>
        </p:spPr>
      </p:pic>
      <p:sp>
        <p:nvSpPr>
          <p:cNvPr id="15" name="Title 1"/>
          <p:cNvSpPr>
            <a:spLocks noGrp="1"/>
          </p:cNvSpPr>
          <p:nvPr>
            <p:ph type="title" hasCustomPrompt="1"/>
          </p:nvPr>
        </p:nvSpPr>
        <p:spPr>
          <a:xfrm>
            <a:off x="830251" y="676922"/>
            <a:ext cx="10998200" cy="549275"/>
          </a:xfrm>
        </p:spPr>
        <p:txBody>
          <a:bodyPr vert="horz">
            <a:normAutofit/>
          </a:bodyPr>
          <a:lstStyle>
            <a:lvl1pPr>
              <a:defRPr sz="2800">
                <a:solidFill>
                  <a:schemeClr val="bg1"/>
                </a:solidFill>
              </a:defRPr>
            </a:lvl1pPr>
          </a:lstStyle>
          <a:p>
            <a:r>
              <a:rPr lang="zh-CN" altLang="en-US" dirty="0"/>
              <a:t>请输入章节标题</a:t>
            </a:r>
            <a:endParaRPr lang="en-GB" dirty="0"/>
          </a:p>
        </p:txBody>
      </p:sp>
      <p:pic>
        <p:nvPicPr>
          <p:cNvPr id="3" name="图片 2" descr="A white text on a black background&#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31813" y="8424"/>
            <a:ext cx="1967998" cy="914392"/>
          </a:xfrm>
          <a:prstGeom prst="rect">
            <a:avLst/>
          </a:prstGeom>
        </p:spPr>
      </p:pic>
      <p:sp>
        <p:nvSpPr>
          <p:cNvPr id="2" name="日期占位符 1"/>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r>
              <a:rPr lang="zh-CN" altLang="en-US"/>
              <a:t>权限：非公开</a:t>
            </a:r>
            <a:endParaRPr lang="zh-CN" altLang="en-US"/>
          </a:p>
        </p:txBody>
      </p:sp>
      <p:sp>
        <p:nvSpPr>
          <p:cNvPr id="5" name="灯片编号占位符 4"/>
          <p:cNvSpPr>
            <a:spLocks noGrp="1"/>
          </p:cNvSpPr>
          <p:nvPr>
            <p:ph type="sldNum" sz="quarter" idx="12"/>
          </p:nvPr>
        </p:nvSpPr>
        <p:spPr/>
        <p:txBody>
          <a:bodyPr/>
          <a:lstStyle/>
          <a:p>
            <a:fld id="{23C181FD-C806-49F6-AFC3-3939ABF9F11F}"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自定义版式">
    <p:bg>
      <p:bgPr>
        <a:solidFill>
          <a:srgbClr val="00263A"/>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613394" y="1642186"/>
            <a:ext cx="10965213" cy="10965213"/>
          </a:xfrm>
          <a:prstGeom prst="rect">
            <a:avLst/>
          </a:prstGeom>
        </p:spPr>
      </p:pic>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8928" y="0"/>
            <a:ext cx="1826269" cy="1749560"/>
          </a:xfrm>
          <a:prstGeom prst="rect">
            <a:avLst/>
          </a:prstGeom>
        </p:spPr>
      </p:pic>
      <p:sp>
        <p:nvSpPr>
          <p:cNvPr id="15" name="Title 1"/>
          <p:cNvSpPr>
            <a:spLocks noGrp="1"/>
          </p:cNvSpPr>
          <p:nvPr>
            <p:ph type="title" hasCustomPrompt="1"/>
          </p:nvPr>
        </p:nvSpPr>
        <p:spPr>
          <a:xfrm>
            <a:off x="830251" y="676922"/>
            <a:ext cx="10998200" cy="549275"/>
          </a:xfrm>
        </p:spPr>
        <p:txBody>
          <a:bodyPr vert="horz">
            <a:normAutofit/>
          </a:bodyPr>
          <a:lstStyle>
            <a:lvl1pPr>
              <a:defRPr sz="2800">
                <a:solidFill>
                  <a:schemeClr val="bg1"/>
                </a:solidFill>
              </a:defRPr>
            </a:lvl1pPr>
          </a:lstStyle>
          <a:p>
            <a:r>
              <a:rPr lang="zh-CN" altLang="en-US" dirty="0"/>
              <a:t>请输入章节标题</a:t>
            </a:r>
            <a:endParaRPr lang="en-GB" dirty="0"/>
          </a:p>
        </p:txBody>
      </p:sp>
      <p:pic>
        <p:nvPicPr>
          <p:cNvPr id="3" name="图片 2" descr="A white text on a black background&#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31813" y="8424"/>
            <a:ext cx="1967998" cy="914392"/>
          </a:xfrm>
          <a:prstGeom prst="rect">
            <a:avLst/>
          </a:prstGeom>
        </p:spPr>
      </p:pic>
      <p:sp>
        <p:nvSpPr>
          <p:cNvPr id="2" name="日期占位符 1"/>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r>
              <a:rPr lang="zh-CN" altLang="en-US"/>
              <a:t>权限：非公开</a:t>
            </a:r>
            <a:endParaRPr lang="zh-CN" altLang="en-US"/>
          </a:p>
        </p:txBody>
      </p:sp>
      <p:sp>
        <p:nvSpPr>
          <p:cNvPr id="5" name="灯片编号占位符 4"/>
          <p:cNvSpPr>
            <a:spLocks noGrp="1"/>
          </p:cNvSpPr>
          <p:nvPr>
            <p:ph type="sldNum" sz="quarter" idx="12"/>
          </p:nvPr>
        </p:nvSpPr>
        <p:spPr/>
        <p:txBody>
          <a:bodyPr/>
          <a:lstStyle/>
          <a:p>
            <a:fld id="{23C181FD-C806-49F6-AFC3-3939ABF9F11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自定义版式">
    <p:bg>
      <p:bgPr>
        <a:solidFill>
          <a:srgbClr val="00263A"/>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2400008" y="-266992"/>
            <a:ext cx="7391983" cy="7391983"/>
          </a:xfrm>
          <a:prstGeom prst="rect">
            <a:avLst/>
          </a:prstGeom>
        </p:spPr>
      </p:pic>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8928" y="0"/>
            <a:ext cx="1826269" cy="1749560"/>
          </a:xfrm>
          <a:prstGeom prst="rect">
            <a:avLst/>
          </a:prstGeom>
        </p:spPr>
      </p:pic>
      <p:sp>
        <p:nvSpPr>
          <p:cNvPr id="15" name="Title 1"/>
          <p:cNvSpPr>
            <a:spLocks noGrp="1"/>
          </p:cNvSpPr>
          <p:nvPr>
            <p:ph type="title" hasCustomPrompt="1"/>
          </p:nvPr>
        </p:nvSpPr>
        <p:spPr>
          <a:xfrm>
            <a:off x="830251" y="676922"/>
            <a:ext cx="10998200" cy="549275"/>
          </a:xfrm>
        </p:spPr>
        <p:txBody>
          <a:bodyPr vert="horz">
            <a:normAutofit/>
          </a:bodyPr>
          <a:lstStyle>
            <a:lvl1pPr>
              <a:defRPr sz="2800">
                <a:solidFill>
                  <a:schemeClr val="bg1"/>
                </a:solidFill>
              </a:defRPr>
            </a:lvl1pPr>
          </a:lstStyle>
          <a:p>
            <a:r>
              <a:rPr lang="zh-CN" altLang="en-US" dirty="0"/>
              <a:t>请输入章节标题</a:t>
            </a:r>
            <a:endParaRPr lang="en-GB" dirty="0"/>
          </a:p>
        </p:txBody>
      </p:sp>
      <p:pic>
        <p:nvPicPr>
          <p:cNvPr id="4" name="图片 3" descr="A white text on a black background&#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31813" y="8424"/>
            <a:ext cx="1967998" cy="914392"/>
          </a:xfrm>
          <a:prstGeom prst="rect">
            <a:avLst/>
          </a:prstGeom>
        </p:spPr>
      </p:pic>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r>
              <a:rPr lang="zh-CN" altLang="en-US"/>
              <a:t>权限：非公开</a:t>
            </a:r>
            <a:endParaRPr lang="zh-CN" altLang="en-US"/>
          </a:p>
        </p:txBody>
      </p:sp>
      <p:sp>
        <p:nvSpPr>
          <p:cNvPr id="5" name="灯片编号占位符 4"/>
          <p:cNvSpPr>
            <a:spLocks noGrp="1"/>
          </p:cNvSpPr>
          <p:nvPr>
            <p:ph type="sldNum" sz="quarter" idx="12"/>
          </p:nvPr>
        </p:nvSpPr>
        <p:spPr/>
        <p:txBody>
          <a:bodyPr/>
          <a:lstStyle/>
          <a:p>
            <a:fld id="{23C181FD-C806-49F6-AFC3-3939ABF9F11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2_自定义版式">
    <p:bg>
      <p:bgPr>
        <a:solidFill>
          <a:srgbClr val="00263A"/>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4959227" y="0"/>
            <a:ext cx="10965213" cy="10965213"/>
          </a:xfrm>
          <a:prstGeom prst="rect">
            <a:avLst/>
          </a:prstGeom>
        </p:spPr>
      </p:pic>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8928" y="0"/>
            <a:ext cx="1826269" cy="1749560"/>
          </a:xfrm>
          <a:prstGeom prst="rect">
            <a:avLst/>
          </a:prstGeom>
        </p:spPr>
      </p:pic>
      <p:sp>
        <p:nvSpPr>
          <p:cNvPr id="15" name="Title 1"/>
          <p:cNvSpPr>
            <a:spLocks noGrp="1"/>
          </p:cNvSpPr>
          <p:nvPr>
            <p:ph type="title" hasCustomPrompt="1"/>
          </p:nvPr>
        </p:nvSpPr>
        <p:spPr>
          <a:xfrm>
            <a:off x="830251" y="676922"/>
            <a:ext cx="10998200" cy="549275"/>
          </a:xfrm>
        </p:spPr>
        <p:txBody>
          <a:bodyPr vert="horz">
            <a:normAutofit/>
          </a:bodyPr>
          <a:lstStyle>
            <a:lvl1pPr>
              <a:defRPr sz="2800">
                <a:solidFill>
                  <a:schemeClr val="bg1"/>
                </a:solidFill>
              </a:defRPr>
            </a:lvl1pPr>
          </a:lstStyle>
          <a:p>
            <a:r>
              <a:rPr lang="zh-CN" altLang="en-US" dirty="0"/>
              <a:t>请输入章节标题</a:t>
            </a:r>
            <a:endParaRPr lang="en-GB" dirty="0"/>
          </a:p>
        </p:txBody>
      </p:sp>
      <p:pic>
        <p:nvPicPr>
          <p:cNvPr id="3" name="图片 2" descr="A white text on a black background&#10;&#10;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31813" y="8424"/>
            <a:ext cx="1967998" cy="914392"/>
          </a:xfrm>
          <a:prstGeom prst="rect">
            <a:avLst/>
          </a:prstGeom>
        </p:spPr>
      </p:pic>
      <p:sp>
        <p:nvSpPr>
          <p:cNvPr id="2" name="日期占位符 1"/>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r>
              <a:rPr lang="zh-CN" altLang="en-US"/>
              <a:t>权限：非公开</a:t>
            </a:r>
            <a:endParaRPr lang="zh-CN" altLang="en-US"/>
          </a:p>
        </p:txBody>
      </p:sp>
      <p:sp>
        <p:nvSpPr>
          <p:cNvPr id="5" name="灯片编号占位符 4"/>
          <p:cNvSpPr>
            <a:spLocks noGrp="1"/>
          </p:cNvSpPr>
          <p:nvPr>
            <p:ph type="sldNum" sz="quarter" idx="12"/>
          </p:nvPr>
        </p:nvSpPr>
        <p:spPr/>
        <p:txBody>
          <a:bodyPr/>
          <a:lstStyle/>
          <a:p>
            <a:fld id="{23C181FD-C806-49F6-AFC3-3939ABF9F11F}"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_自定义版式">
    <p:bg>
      <p:bgPr>
        <a:solidFill>
          <a:srgbClr val="00263A"/>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629379" y="-2402919"/>
            <a:ext cx="7391983" cy="7391983"/>
          </a:xfrm>
          <a:prstGeom prst="rect">
            <a:avLst/>
          </a:prstGeom>
        </p:spPr>
      </p:pic>
      <p:sp>
        <p:nvSpPr>
          <p:cNvPr id="4" name="Text Placeholder 6"/>
          <p:cNvSpPr>
            <a:spLocks noGrp="1"/>
          </p:cNvSpPr>
          <p:nvPr>
            <p:ph type="body" sz="quarter" idx="11" hasCustomPrompt="1"/>
          </p:nvPr>
        </p:nvSpPr>
        <p:spPr>
          <a:xfrm>
            <a:off x="1319943" y="1020677"/>
            <a:ext cx="3363912" cy="4024313"/>
          </a:xfrm>
        </p:spPr>
        <p:txBody>
          <a:bodyPr lIns="0" rIns="0">
            <a:normAutofit/>
          </a:bodyPr>
          <a:lstStyle>
            <a:lvl1pPr marL="0" indent="0" algn="ctr">
              <a:buFontTx/>
              <a:buNone/>
              <a:defRPr sz="6000">
                <a:solidFill>
                  <a:schemeClr val="bg1"/>
                </a:solidFill>
              </a:defRPr>
            </a:lvl1pPr>
          </a:lstStyle>
          <a:p>
            <a:pPr lvl="0"/>
            <a:r>
              <a:rPr lang="zh-CN" altLang="en-US" dirty="0"/>
              <a:t>请输入章节标题</a:t>
            </a:r>
            <a:endParaRPr lang="en-GB" dirty="0"/>
          </a:p>
        </p:txBody>
      </p:sp>
      <p:sp>
        <p:nvSpPr>
          <p:cNvPr id="3" name="图片占位符 2"/>
          <p:cNvSpPr>
            <a:spLocks noGrp="1"/>
          </p:cNvSpPr>
          <p:nvPr>
            <p:ph type="pic" sz="quarter" idx="10"/>
          </p:nvPr>
        </p:nvSpPr>
        <p:spPr>
          <a:xfrm>
            <a:off x="6096000" y="0"/>
            <a:ext cx="6096000" cy="6858000"/>
          </a:xfrm>
        </p:spPr>
        <p:txBody>
          <a:bodyPr/>
          <a:lstStyle>
            <a:lvl1pPr>
              <a:defRPr>
                <a:solidFill>
                  <a:schemeClr val="bg1"/>
                </a:solidFill>
              </a:defRPr>
            </a:lvl1pPr>
          </a:lstStyle>
          <a:p>
            <a:endParaRPr lang="zh-CN" altLang="en-US"/>
          </a:p>
        </p:txBody>
      </p:sp>
      <p:pic>
        <p:nvPicPr>
          <p:cNvPr id="6" name="图片 5" descr="A white text on a black background&#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740164" y="5287006"/>
            <a:ext cx="2523470" cy="1172481"/>
          </a:xfrm>
          <a:prstGeom prst="rect">
            <a:avLst/>
          </a:prstGeom>
        </p:spPr>
      </p:pic>
      <p:sp>
        <p:nvSpPr>
          <p:cNvPr id="2" name="日期占位符 1"/>
          <p:cNvSpPr>
            <a:spLocks noGrp="1"/>
          </p:cNvSpPr>
          <p:nvPr>
            <p:ph type="dt" sz="half" idx="12"/>
          </p:nvPr>
        </p:nvSpPr>
        <p:spPr/>
        <p:txBody>
          <a:bodyPr/>
          <a:lstStyle/>
          <a:p>
            <a:endParaRPr lang="zh-CN" altLang="en-US"/>
          </a:p>
        </p:txBody>
      </p:sp>
      <p:sp>
        <p:nvSpPr>
          <p:cNvPr id="7" name="页脚占位符 6"/>
          <p:cNvSpPr>
            <a:spLocks noGrp="1"/>
          </p:cNvSpPr>
          <p:nvPr>
            <p:ph type="ftr" sz="quarter" idx="13"/>
          </p:nvPr>
        </p:nvSpPr>
        <p:spPr/>
        <p:txBody>
          <a:bodyPr/>
          <a:lstStyle/>
          <a:p>
            <a:r>
              <a:rPr lang="zh-CN" altLang="en-US"/>
              <a:t>权限：非公开</a:t>
            </a:r>
            <a:endParaRPr lang="zh-CN" altLang="en-US"/>
          </a:p>
        </p:txBody>
      </p:sp>
      <p:sp>
        <p:nvSpPr>
          <p:cNvPr id="8" name="灯片编号占位符 7"/>
          <p:cNvSpPr>
            <a:spLocks noGrp="1"/>
          </p:cNvSpPr>
          <p:nvPr>
            <p:ph type="sldNum" sz="quarter" idx="14"/>
          </p:nvPr>
        </p:nvSpPr>
        <p:spPr/>
        <p:txBody>
          <a:bodyPr/>
          <a:lstStyle/>
          <a:p>
            <a:fld id="{23C181FD-C806-49F6-AFC3-3939ABF9F11F}"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自定义版式">
    <p:bg>
      <p:bgPr>
        <a:solidFill>
          <a:srgbClr val="00263A"/>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5275830" y="-2402919"/>
            <a:ext cx="7391983" cy="7391983"/>
          </a:xfrm>
          <a:prstGeom prst="rect">
            <a:avLst/>
          </a:prstGeom>
        </p:spPr>
      </p:pic>
      <p:sp>
        <p:nvSpPr>
          <p:cNvPr id="10" name="Text Placeholder 6"/>
          <p:cNvSpPr>
            <a:spLocks noGrp="1"/>
          </p:cNvSpPr>
          <p:nvPr>
            <p:ph type="body" sz="quarter" idx="11" hasCustomPrompt="1"/>
          </p:nvPr>
        </p:nvSpPr>
        <p:spPr>
          <a:xfrm>
            <a:off x="7289865" y="1020677"/>
            <a:ext cx="3363912" cy="4024313"/>
          </a:xfrm>
        </p:spPr>
        <p:txBody>
          <a:bodyPr lIns="0" rIns="0">
            <a:normAutofit/>
          </a:bodyPr>
          <a:lstStyle>
            <a:lvl1pPr marL="0" indent="0" algn="ctr">
              <a:buFontTx/>
              <a:buNone/>
              <a:defRPr sz="6000">
                <a:solidFill>
                  <a:schemeClr val="bg1"/>
                </a:solidFill>
              </a:defRPr>
            </a:lvl1pPr>
          </a:lstStyle>
          <a:p>
            <a:pPr lvl="0"/>
            <a:r>
              <a:rPr lang="zh-CN" altLang="en-US" dirty="0"/>
              <a:t>请输入章节标题</a:t>
            </a:r>
            <a:endParaRPr lang="en-GB" dirty="0"/>
          </a:p>
        </p:txBody>
      </p:sp>
      <p:sp>
        <p:nvSpPr>
          <p:cNvPr id="3" name="图片占位符 2"/>
          <p:cNvSpPr>
            <a:spLocks noGrp="1"/>
          </p:cNvSpPr>
          <p:nvPr>
            <p:ph type="pic" sz="quarter" idx="10"/>
          </p:nvPr>
        </p:nvSpPr>
        <p:spPr>
          <a:xfrm>
            <a:off x="0" y="0"/>
            <a:ext cx="6096000" cy="6858000"/>
          </a:xfrm>
        </p:spPr>
        <p:txBody>
          <a:bodyPr/>
          <a:lstStyle>
            <a:lvl1pPr>
              <a:defRPr>
                <a:solidFill>
                  <a:schemeClr val="bg1"/>
                </a:solidFill>
              </a:defRPr>
            </a:lvl1pPr>
          </a:lstStyle>
          <a:p>
            <a:endParaRPr lang="zh-CN" altLang="en-US"/>
          </a:p>
        </p:txBody>
      </p:sp>
      <p:pic>
        <p:nvPicPr>
          <p:cNvPr id="4" name="图片 3" descr="A white text on a black background&#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10086" y="5287006"/>
            <a:ext cx="2523470" cy="1172481"/>
          </a:xfrm>
          <a:prstGeom prst="rect">
            <a:avLst/>
          </a:prstGeom>
        </p:spPr>
      </p:pic>
      <p:sp>
        <p:nvSpPr>
          <p:cNvPr id="2" name="日期占位符 1"/>
          <p:cNvSpPr>
            <a:spLocks noGrp="1"/>
          </p:cNvSpPr>
          <p:nvPr>
            <p:ph type="dt" sz="half" idx="12"/>
          </p:nvPr>
        </p:nvSpPr>
        <p:spPr/>
        <p:txBody>
          <a:bodyPr/>
          <a:lstStyle/>
          <a:p>
            <a:endParaRPr lang="zh-CN" altLang="en-US"/>
          </a:p>
        </p:txBody>
      </p:sp>
      <p:sp>
        <p:nvSpPr>
          <p:cNvPr id="5" name="页脚占位符 4"/>
          <p:cNvSpPr>
            <a:spLocks noGrp="1"/>
          </p:cNvSpPr>
          <p:nvPr>
            <p:ph type="ftr" sz="quarter" idx="13"/>
          </p:nvPr>
        </p:nvSpPr>
        <p:spPr/>
        <p:txBody>
          <a:bodyPr/>
          <a:lstStyle/>
          <a:p>
            <a:r>
              <a:rPr lang="zh-CN" altLang="en-US"/>
              <a:t>权限：非公开</a:t>
            </a:r>
            <a:endParaRPr lang="zh-CN" altLang="en-US"/>
          </a:p>
        </p:txBody>
      </p:sp>
      <p:sp>
        <p:nvSpPr>
          <p:cNvPr id="6" name="灯片编号占位符 5"/>
          <p:cNvSpPr>
            <a:spLocks noGrp="1"/>
          </p:cNvSpPr>
          <p:nvPr>
            <p:ph type="sldNum" sz="quarter" idx="14"/>
          </p:nvPr>
        </p:nvSpPr>
        <p:spPr/>
        <p:txBody>
          <a:bodyPr/>
          <a:lstStyle/>
          <a:p>
            <a:fld id="{23C181FD-C806-49F6-AFC3-3939ABF9F11F}"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5_自定义版式">
    <p:bg>
      <p:bgPr>
        <a:solidFill>
          <a:srgbClr val="00263A"/>
        </a:solidFill>
        <a:effectLst/>
      </p:bgPr>
    </p:bg>
    <p:spTree>
      <p:nvGrpSpPr>
        <p:cNvPr id="1" name=""/>
        <p:cNvGrpSpPr/>
        <p:nvPr/>
      </p:nvGrpSpPr>
      <p:grpSpPr>
        <a:xfrm>
          <a:off x="0" y="0"/>
          <a:ext cx="0" cy="0"/>
          <a:chOff x="0" y="0"/>
          <a:chExt cx="0" cy="0"/>
        </a:xfrm>
      </p:grpSpPr>
      <p:sp>
        <p:nvSpPr>
          <p:cNvPr id="15" name="Title 1"/>
          <p:cNvSpPr>
            <a:spLocks noGrp="1"/>
          </p:cNvSpPr>
          <p:nvPr>
            <p:ph type="title" hasCustomPrompt="1"/>
          </p:nvPr>
        </p:nvSpPr>
        <p:spPr>
          <a:xfrm>
            <a:off x="616111" y="551278"/>
            <a:ext cx="10998200" cy="549275"/>
          </a:xfrm>
        </p:spPr>
        <p:txBody>
          <a:bodyPr vert="horz">
            <a:normAutofit/>
          </a:bodyPr>
          <a:lstStyle>
            <a:lvl1pPr>
              <a:defRPr sz="2800">
                <a:solidFill>
                  <a:schemeClr val="bg1"/>
                </a:solidFill>
              </a:defRPr>
            </a:lvl1pPr>
          </a:lstStyle>
          <a:p>
            <a:r>
              <a:rPr lang="zh-CN" altLang="en-US" dirty="0"/>
              <a:t>请输入章节标题</a:t>
            </a:r>
            <a:endParaRPr lang="en-GB" dirty="0"/>
          </a:p>
        </p:txBody>
      </p:sp>
      <p:sp>
        <p:nvSpPr>
          <p:cNvPr id="2" name="Text Placeholder 3"/>
          <p:cNvSpPr>
            <a:spLocks noGrp="1"/>
          </p:cNvSpPr>
          <p:nvPr>
            <p:ph type="body" sz="quarter" idx="12" hasCustomPrompt="1"/>
          </p:nvPr>
        </p:nvSpPr>
        <p:spPr>
          <a:xfrm>
            <a:off x="616111" y="1100553"/>
            <a:ext cx="11380788" cy="368300"/>
          </a:xfrm>
        </p:spPr>
        <p:txBody>
          <a:bodyPr>
            <a:normAutofit/>
          </a:bodyPr>
          <a:lstStyle>
            <a:lvl1pPr marL="0" indent="0">
              <a:buFontTx/>
              <a:buNone/>
              <a:defRPr sz="2000">
                <a:solidFill>
                  <a:schemeClr val="bg1"/>
                </a:solidFill>
              </a:defRPr>
            </a:lvl1pPr>
          </a:lstStyle>
          <a:p>
            <a:pPr lvl="0"/>
            <a:r>
              <a:rPr lang="zh-CN" altLang="en-US" dirty="0"/>
              <a:t>副标题</a:t>
            </a:r>
            <a:endParaRPr lang="en-GB"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194297" y="-1158707"/>
            <a:ext cx="4440067" cy="4253569"/>
          </a:xfrm>
          <a:prstGeom prst="rect">
            <a:avLst/>
          </a:prstGeom>
        </p:spPr>
      </p:pic>
      <p:sp>
        <p:nvSpPr>
          <p:cNvPr id="4" name="Chart Placeholder 4"/>
          <p:cNvSpPr>
            <a:spLocks noGrp="1"/>
          </p:cNvSpPr>
          <p:nvPr>
            <p:ph type="chart" sz="quarter" idx="13" hasCustomPrompt="1"/>
          </p:nvPr>
        </p:nvSpPr>
        <p:spPr>
          <a:xfrm>
            <a:off x="404461" y="2385629"/>
            <a:ext cx="5508000" cy="3449638"/>
          </a:xfrm>
        </p:spPr>
        <p:txBody>
          <a:bodyPr anchor="ctr" anchorCtr="0"/>
          <a:lstStyle>
            <a:lvl1pPr marL="0" indent="0" algn="ctr">
              <a:buFontTx/>
              <a:buNone/>
              <a:defRPr>
                <a:solidFill>
                  <a:schemeClr val="bg1"/>
                </a:solidFill>
              </a:defRPr>
            </a:lvl1pPr>
          </a:lstStyle>
          <a:p>
            <a:r>
              <a:rPr lang="zh-CN" altLang="en-US"/>
              <a:t>单击图标添加图表</a:t>
            </a:r>
            <a:endParaRPr lang="en-GB"/>
          </a:p>
        </p:txBody>
      </p:sp>
      <p:sp>
        <p:nvSpPr>
          <p:cNvPr id="5" name="Chart Placeholder 4"/>
          <p:cNvSpPr>
            <a:spLocks noGrp="1"/>
          </p:cNvSpPr>
          <p:nvPr>
            <p:ph type="chart" sz="quarter" idx="14" hasCustomPrompt="1"/>
          </p:nvPr>
        </p:nvSpPr>
        <p:spPr>
          <a:xfrm>
            <a:off x="6277249" y="2385629"/>
            <a:ext cx="5508000" cy="3449638"/>
          </a:xfrm>
        </p:spPr>
        <p:txBody>
          <a:bodyPr anchor="ctr" anchorCtr="0"/>
          <a:lstStyle>
            <a:lvl1pPr marL="0" indent="0" algn="ctr">
              <a:buFontTx/>
              <a:buNone/>
              <a:defRPr>
                <a:solidFill>
                  <a:schemeClr val="bg1"/>
                </a:solidFill>
              </a:defRPr>
            </a:lvl1pPr>
          </a:lstStyle>
          <a:p>
            <a:r>
              <a:rPr lang="zh-CN" altLang="en-US"/>
              <a:t>单击图标添加图表</a:t>
            </a:r>
            <a:endParaRPr lang="en-GB"/>
          </a:p>
        </p:txBody>
      </p:sp>
      <p:pic>
        <p:nvPicPr>
          <p:cNvPr id="7" name="图片 6" descr="A white text on a black background&#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31813" y="8424"/>
            <a:ext cx="1967998" cy="914392"/>
          </a:xfrm>
          <a:prstGeom prst="rect">
            <a:avLst/>
          </a:prstGeom>
        </p:spPr>
      </p:pic>
      <p:sp>
        <p:nvSpPr>
          <p:cNvPr id="6" name="日期占位符 5"/>
          <p:cNvSpPr>
            <a:spLocks noGrp="1"/>
          </p:cNvSpPr>
          <p:nvPr>
            <p:ph type="dt" sz="half" idx="15"/>
          </p:nvPr>
        </p:nvSpPr>
        <p:spPr/>
        <p:txBody>
          <a:bodyPr/>
          <a:lstStyle/>
          <a:p>
            <a:endParaRPr lang="zh-CN" altLang="en-US"/>
          </a:p>
        </p:txBody>
      </p:sp>
      <p:sp>
        <p:nvSpPr>
          <p:cNvPr id="8" name="页脚占位符 7"/>
          <p:cNvSpPr>
            <a:spLocks noGrp="1"/>
          </p:cNvSpPr>
          <p:nvPr>
            <p:ph type="ftr" sz="quarter" idx="16"/>
          </p:nvPr>
        </p:nvSpPr>
        <p:spPr/>
        <p:txBody>
          <a:bodyPr/>
          <a:lstStyle/>
          <a:p>
            <a:r>
              <a:rPr lang="zh-CN" altLang="en-US"/>
              <a:t>权限：非公开</a:t>
            </a:r>
            <a:endParaRPr lang="zh-CN" altLang="en-US"/>
          </a:p>
        </p:txBody>
      </p:sp>
      <p:sp>
        <p:nvSpPr>
          <p:cNvPr id="9" name="灯片编号占位符 8"/>
          <p:cNvSpPr>
            <a:spLocks noGrp="1"/>
          </p:cNvSpPr>
          <p:nvPr>
            <p:ph type="sldNum" sz="quarter" idx="17"/>
          </p:nvPr>
        </p:nvSpPr>
        <p:spPr/>
        <p:txBody>
          <a:bodyPr/>
          <a:lstStyle/>
          <a:p>
            <a:fld id="{23C181FD-C806-49F6-AFC3-3939ABF9F11F}"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6_自定义版式">
    <p:bg>
      <p:bgPr>
        <a:solidFill>
          <a:srgbClr val="00263A"/>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194297" y="-1158707"/>
            <a:ext cx="4440067" cy="4253569"/>
          </a:xfrm>
          <a:prstGeom prst="rect">
            <a:avLst/>
          </a:prstGeom>
        </p:spPr>
      </p:pic>
      <p:sp>
        <p:nvSpPr>
          <p:cNvPr id="6" name="Chart Placeholder 4"/>
          <p:cNvSpPr>
            <a:spLocks noGrp="1"/>
          </p:cNvSpPr>
          <p:nvPr>
            <p:ph type="chart" sz="quarter" idx="13" hasCustomPrompt="1"/>
          </p:nvPr>
        </p:nvSpPr>
        <p:spPr>
          <a:xfrm>
            <a:off x="405606" y="2281833"/>
            <a:ext cx="3600000" cy="3449638"/>
          </a:xfrm>
        </p:spPr>
        <p:txBody>
          <a:bodyPr anchor="ctr" anchorCtr="0"/>
          <a:lstStyle>
            <a:lvl1pPr marL="0" indent="0" algn="ctr">
              <a:buFontTx/>
              <a:buNone/>
              <a:defRPr>
                <a:solidFill>
                  <a:schemeClr val="bg1"/>
                </a:solidFill>
              </a:defRPr>
            </a:lvl1pPr>
          </a:lstStyle>
          <a:p>
            <a:r>
              <a:rPr lang="zh-CN" altLang="en-US"/>
              <a:t>单击图标添加图表</a:t>
            </a:r>
            <a:endParaRPr lang="en-GB"/>
          </a:p>
        </p:txBody>
      </p:sp>
      <p:sp>
        <p:nvSpPr>
          <p:cNvPr id="7" name="Chart Placeholder 4"/>
          <p:cNvSpPr>
            <a:spLocks noGrp="1"/>
          </p:cNvSpPr>
          <p:nvPr>
            <p:ph type="chart" sz="quarter" idx="14" hasCustomPrompt="1"/>
          </p:nvPr>
        </p:nvSpPr>
        <p:spPr>
          <a:xfrm>
            <a:off x="4296000" y="2281833"/>
            <a:ext cx="3600000" cy="3449638"/>
          </a:xfrm>
        </p:spPr>
        <p:txBody>
          <a:bodyPr anchor="ctr" anchorCtr="0"/>
          <a:lstStyle>
            <a:lvl1pPr marL="0" indent="0" algn="ctr">
              <a:buFontTx/>
              <a:buNone/>
              <a:defRPr>
                <a:solidFill>
                  <a:schemeClr val="bg1"/>
                </a:solidFill>
              </a:defRPr>
            </a:lvl1pPr>
          </a:lstStyle>
          <a:p>
            <a:r>
              <a:rPr lang="zh-CN" altLang="en-US"/>
              <a:t>单击图标添加图表</a:t>
            </a:r>
            <a:endParaRPr lang="en-GB"/>
          </a:p>
        </p:txBody>
      </p:sp>
      <p:sp>
        <p:nvSpPr>
          <p:cNvPr id="8" name="Chart Placeholder 4"/>
          <p:cNvSpPr>
            <a:spLocks noGrp="1"/>
          </p:cNvSpPr>
          <p:nvPr>
            <p:ph type="chart" sz="quarter" idx="15" hasCustomPrompt="1"/>
          </p:nvPr>
        </p:nvSpPr>
        <p:spPr>
          <a:xfrm>
            <a:off x="8186394" y="2281833"/>
            <a:ext cx="3600000" cy="3449638"/>
          </a:xfrm>
        </p:spPr>
        <p:txBody>
          <a:bodyPr anchor="ctr" anchorCtr="0"/>
          <a:lstStyle>
            <a:lvl1pPr marL="0" indent="0" algn="ctr">
              <a:buFontTx/>
              <a:buNone/>
              <a:defRPr>
                <a:solidFill>
                  <a:schemeClr val="bg1"/>
                </a:solidFill>
              </a:defRPr>
            </a:lvl1pPr>
          </a:lstStyle>
          <a:p>
            <a:r>
              <a:rPr lang="zh-CN" altLang="en-US"/>
              <a:t>单击图标添加图表</a:t>
            </a:r>
            <a:endParaRPr lang="en-GB"/>
          </a:p>
        </p:txBody>
      </p:sp>
      <p:pic>
        <p:nvPicPr>
          <p:cNvPr id="5" name="图片 4" descr="A white text on a black background&#10;&#10;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31813" y="8424"/>
            <a:ext cx="1967998" cy="914392"/>
          </a:xfrm>
          <a:prstGeom prst="rect">
            <a:avLst/>
          </a:prstGeom>
        </p:spPr>
      </p:pic>
      <p:sp>
        <p:nvSpPr>
          <p:cNvPr id="4" name="Title 1"/>
          <p:cNvSpPr>
            <a:spLocks noGrp="1"/>
          </p:cNvSpPr>
          <p:nvPr>
            <p:ph type="title" hasCustomPrompt="1"/>
          </p:nvPr>
        </p:nvSpPr>
        <p:spPr>
          <a:xfrm>
            <a:off x="616111" y="551278"/>
            <a:ext cx="10998200" cy="549275"/>
          </a:xfrm>
        </p:spPr>
        <p:txBody>
          <a:bodyPr vert="horz">
            <a:normAutofit/>
          </a:bodyPr>
          <a:lstStyle>
            <a:lvl1pPr>
              <a:defRPr sz="2800">
                <a:solidFill>
                  <a:schemeClr val="bg1"/>
                </a:solidFill>
              </a:defRPr>
            </a:lvl1pPr>
          </a:lstStyle>
          <a:p>
            <a:r>
              <a:rPr lang="zh-CN" altLang="en-US" dirty="0"/>
              <a:t>请输入章节标题</a:t>
            </a:r>
            <a:endParaRPr lang="en-GB" dirty="0"/>
          </a:p>
        </p:txBody>
      </p:sp>
      <p:sp>
        <p:nvSpPr>
          <p:cNvPr id="9" name="Text Placeholder 3"/>
          <p:cNvSpPr>
            <a:spLocks noGrp="1"/>
          </p:cNvSpPr>
          <p:nvPr>
            <p:ph type="body" sz="quarter" idx="12" hasCustomPrompt="1"/>
          </p:nvPr>
        </p:nvSpPr>
        <p:spPr>
          <a:xfrm>
            <a:off x="616111" y="1100553"/>
            <a:ext cx="11380788" cy="368300"/>
          </a:xfrm>
        </p:spPr>
        <p:txBody>
          <a:bodyPr>
            <a:normAutofit/>
          </a:bodyPr>
          <a:lstStyle>
            <a:lvl1pPr marL="0" indent="0">
              <a:buFontTx/>
              <a:buNone/>
              <a:defRPr sz="2000">
                <a:solidFill>
                  <a:schemeClr val="bg1"/>
                </a:solidFill>
              </a:defRPr>
            </a:lvl1pPr>
          </a:lstStyle>
          <a:p>
            <a:pPr lvl="0"/>
            <a:r>
              <a:rPr lang="zh-CN" altLang="en-US" dirty="0"/>
              <a:t>副标题</a:t>
            </a:r>
            <a:endParaRPr lang="en-GB"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7_自定义版式">
    <p:bg>
      <p:bgPr>
        <a:solidFill>
          <a:srgbClr val="00263A"/>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2330111" y="-336885"/>
            <a:ext cx="7531769" cy="7531769"/>
          </a:xfrm>
          <a:prstGeom prst="rect">
            <a:avLst/>
          </a:prstGeom>
        </p:spPr>
      </p:pic>
      <p:sp>
        <p:nvSpPr>
          <p:cNvPr id="3" name="文本框 2"/>
          <p:cNvSpPr txBox="1"/>
          <p:nvPr userDrawn="1"/>
        </p:nvSpPr>
        <p:spPr>
          <a:xfrm>
            <a:off x="3595407" y="2375671"/>
            <a:ext cx="5313788" cy="707886"/>
          </a:xfrm>
          <a:prstGeom prst="rect">
            <a:avLst/>
          </a:prstGeom>
          <a:noFill/>
        </p:spPr>
        <p:txBody>
          <a:bodyPr wrap="square" rtlCol="0">
            <a:spAutoFit/>
          </a:bodyPr>
          <a:lstStyle/>
          <a:p>
            <a:pPr algn="ctr"/>
            <a:r>
              <a:rPr lang="zh-CN" altLang="en-US" sz="4000" b="1" dirty="0">
                <a:solidFill>
                  <a:schemeClr val="bg1"/>
                </a:solidFill>
                <a:latin typeface="思源黑体 CN Bold" panose="020B0800000000000000" pitchFamily="34" charset="-122"/>
                <a:ea typeface="思源黑体 CN Bold" panose="020B0800000000000000" pitchFamily="34" charset="-122"/>
              </a:rPr>
              <a:t>万物共储，和合共生</a:t>
            </a:r>
            <a:endParaRPr lang="zh-CN" altLang="en-US" sz="4000" b="1" dirty="0">
              <a:solidFill>
                <a:schemeClr val="bg1"/>
              </a:solidFill>
              <a:latin typeface="思源黑体 CN Bold" panose="020B0800000000000000" pitchFamily="34" charset="-122"/>
              <a:ea typeface="思源黑体 CN Bold" panose="020B0800000000000000" pitchFamily="34" charset="-122"/>
            </a:endParaRPr>
          </a:p>
        </p:txBody>
      </p:sp>
      <p:sp>
        <p:nvSpPr>
          <p:cNvPr id="6" name="文本框 5"/>
          <p:cNvSpPr txBox="1"/>
          <p:nvPr userDrawn="1"/>
        </p:nvSpPr>
        <p:spPr>
          <a:xfrm>
            <a:off x="3464688" y="3244333"/>
            <a:ext cx="5575226" cy="369332"/>
          </a:xfrm>
          <a:prstGeom prst="rect">
            <a:avLst/>
          </a:prstGeom>
          <a:noFill/>
        </p:spPr>
        <p:txBody>
          <a:bodyPr wrap="square" rtlCol="0">
            <a:spAutoFit/>
          </a:bodyPr>
          <a:lstStyle/>
          <a:p>
            <a:pPr algn="ctr"/>
            <a:r>
              <a:rPr lang="zh-CN" altLang="en-US" dirty="0">
                <a:solidFill>
                  <a:schemeClr val="bg1"/>
                </a:solidFill>
                <a:latin typeface="思源黑体 CN Regular" panose="020B0500000000000000" pitchFamily="34" charset="-122"/>
                <a:ea typeface="思源黑体 CN Regular" panose="020B0500000000000000" pitchFamily="34" charset="-122"/>
              </a:rPr>
              <a:t>以储能为核心的全球领先零碳能源运营商</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7" name="文本框 6"/>
          <p:cNvSpPr txBox="1"/>
          <p:nvPr userDrawn="1"/>
        </p:nvSpPr>
        <p:spPr>
          <a:xfrm>
            <a:off x="3439105" y="3774441"/>
            <a:ext cx="5313788" cy="369332"/>
          </a:xfrm>
          <a:prstGeom prst="rect">
            <a:avLst/>
          </a:prstGeom>
          <a:noFill/>
        </p:spPr>
        <p:txBody>
          <a:bodyPr wrap="square" rtlCol="0">
            <a:spAutoFit/>
          </a:bodyPr>
          <a:lstStyle/>
          <a:p>
            <a:pPr algn="ctr"/>
            <a:r>
              <a:rPr lang="zh-CN" altLang="en-US" dirty="0">
                <a:solidFill>
                  <a:schemeClr val="bg1"/>
                </a:solidFill>
                <a:latin typeface="思源黑体 CN Regular" panose="020B0500000000000000" pitchFamily="34" charset="-122"/>
                <a:ea typeface="思源黑体 CN Regular" panose="020B0500000000000000" pitchFamily="34" charset="-122"/>
              </a:rPr>
              <a:t>和谐 </a:t>
            </a:r>
            <a:r>
              <a:rPr lang="en-US" altLang="zh-CN" dirty="0">
                <a:solidFill>
                  <a:schemeClr val="bg1"/>
                </a:solidFill>
                <a:latin typeface="思源黑体 CN Regular" panose="020B0500000000000000" pitchFamily="34" charset="-122"/>
                <a:ea typeface="思源黑体 CN Regular" panose="020B0500000000000000" pitchFamily="34" charset="-122"/>
              </a:rPr>
              <a:t>| </a:t>
            </a:r>
            <a:r>
              <a:rPr lang="zh-CN" altLang="en-US" dirty="0">
                <a:solidFill>
                  <a:schemeClr val="bg1"/>
                </a:solidFill>
                <a:latin typeface="思源黑体 CN Regular" panose="020B0500000000000000" pitchFamily="34" charset="-122"/>
                <a:ea typeface="思源黑体 CN Regular" panose="020B0500000000000000" pitchFamily="34" charset="-122"/>
              </a:rPr>
              <a:t>合作</a:t>
            </a:r>
            <a:r>
              <a:rPr lang="en-US" altLang="zh-CN" dirty="0">
                <a:solidFill>
                  <a:schemeClr val="bg1"/>
                </a:solidFill>
                <a:latin typeface="思源黑体 CN Regular" panose="020B0500000000000000" pitchFamily="34" charset="-122"/>
                <a:ea typeface="思源黑体 CN Regular" panose="020B0500000000000000" pitchFamily="34" charset="-122"/>
              </a:rPr>
              <a:t> | </a:t>
            </a:r>
            <a:r>
              <a:rPr lang="zh-CN" altLang="en-US" dirty="0">
                <a:solidFill>
                  <a:schemeClr val="bg1"/>
                </a:solidFill>
                <a:latin typeface="思源黑体 CN Regular" panose="020B0500000000000000" pitchFamily="34" charset="-122"/>
                <a:ea typeface="思源黑体 CN Regular" panose="020B0500000000000000" pitchFamily="34" charset="-122"/>
              </a:rPr>
              <a:t>共赢 </a:t>
            </a:r>
            <a:r>
              <a:rPr lang="en-US" altLang="zh-CN" dirty="0">
                <a:solidFill>
                  <a:schemeClr val="bg1"/>
                </a:solidFill>
                <a:latin typeface="思源黑体 CN Regular" panose="020B0500000000000000" pitchFamily="34" charset="-122"/>
                <a:ea typeface="思源黑体 CN Regular" panose="020B0500000000000000" pitchFamily="34" charset="-122"/>
              </a:rPr>
              <a:t>| </a:t>
            </a:r>
            <a:r>
              <a:rPr lang="zh-CN" altLang="en-US" dirty="0">
                <a:solidFill>
                  <a:schemeClr val="bg1"/>
                </a:solidFill>
                <a:latin typeface="思源黑体 CN Regular" panose="020B0500000000000000" pitchFamily="34" charset="-122"/>
                <a:ea typeface="思源黑体 CN Regular" panose="020B0500000000000000" pitchFamily="34" charset="-122"/>
              </a:rPr>
              <a:t>生态</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0_自定义版式">
    <p:bg>
      <p:bgPr>
        <a:solidFill>
          <a:srgbClr val="00263A"/>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2330111" y="-336885"/>
            <a:ext cx="7531769" cy="7531769"/>
          </a:xfrm>
          <a:prstGeom prst="rect">
            <a:avLst/>
          </a:prstGeom>
        </p:spPr>
      </p:pic>
      <p:sp>
        <p:nvSpPr>
          <p:cNvPr id="4" name="文本框 3"/>
          <p:cNvSpPr txBox="1"/>
          <p:nvPr userDrawn="1"/>
        </p:nvSpPr>
        <p:spPr>
          <a:xfrm>
            <a:off x="3595407" y="2438520"/>
            <a:ext cx="5313788" cy="707886"/>
          </a:xfrm>
          <a:prstGeom prst="rect">
            <a:avLst/>
          </a:prstGeom>
          <a:noFill/>
        </p:spPr>
        <p:txBody>
          <a:bodyPr wrap="square" rtlCol="0">
            <a:spAutoFit/>
          </a:bodyPr>
          <a:lstStyle/>
          <a:p>
            <a:pPr algn="ctr"/>
            <a:r>
              <a:rPr lang="zh-CN" altLang="en-US" sz="4000" b="1" dirty="0">
                <a:solidFill>
                  <a:schemeClr val="bg1"/>
                </a:solidFill>
                <a:latin typeface="思源黑体 CN Bold" panose="020B0800000000000000" pitchFamily="34" charset="-122"/>
                <a:ea typeface="思源黑体 CN Bold" panose="020B0800000000000000" pitchFamily="34" charset="-122"/>
              </a:rPr>
              <a:t>万物共储，和合共生</a:t>
            </a:r>
            <a:endParaRPr lang="zh-CN" altLang="en-US" sz="4000" b="1" dirty="0">
              <a:solidFill>
                <a:schemeClr val="bg1"/>
              </a:solidFill>
              <a:latin typeface="思源黑体 CN Bold" panose="020B0800000000000000" pitchFamily="34" charset="-122"/>
              <a:ea typeface="思源黑体 CN Bold" panose="020B0800000000000000" pitchFamily="34" charset="-122"/>
            </a:endParaRPr>
          </a:p>
        </p:txBody>
      </p:sp>
      <p:sp>
        <p:nvSpPr>
          <p:cNvPr id="5" name="文本框 4"/>
          <p:cNvSpPr txBox="1"/>
          <p:nvPr userDrawn="1"/>
        </p:nvSpPr>
        <p:spPr>
          <a:xfrm>
            <a:off x="3464688" y="3244333"/>
            <a:ext cx="5575226" cy="369332"/>
          </a:xfrm>
          <a:prstGeom prst="rect">
            <a:avLst/>
          </a:prstGeom>
          <a:noFill/>
        </p:spPr>
        <p:txBody>
          <a:bodyPr wrap="square" rtlCol="0">
            <a:spAutoFit/>
          </a:bodyPr>
          <a:lstStyle/>
          <a:p>
            <a:pPr algn="ctr"/>
            <a:r>
              <a:rPr lang="zh-CN" altLang="en-US" dirty="0">
                <a:solidFill>
                  <a:schemeClr val="bg1"/>
                </a:solidFill>
                <a:latin typeface="思源黑体 CN Regular" panose="020B0500000000000000" pitchFamily="34" charset="-122"/>
                <a:ea typeface="思源黑体 CN Regular" panose="020B0500000000000000" pitchFamily="34" charset="-122"/>
              </a:rPr>
              <a:t>以储能为核心的全球领先零碳能源运营商</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8" name="文本框 7"/>
          <p:cNvSpPr txBox="1"/>
          <p:nvPr userDrawn="1"/>
        </p:nvSpPr>
        <p:spPr>
          <a:xfrm>
            <a:off x="3439101" y="3696546"/>
            <a:ext cx="5313788" cy="369332"/>
          </a:xfrm>
          <a:prstGeom prst="rect">
            <a:avLst/>
          </a:prstGeom>
          <a:noFill/>
        </p:spPr>
        <p:txBody>
          <a:bodyPr wrap="square" rtlCol="0">
            <a:spAutoFit/>
          </a:bodyPr>
          <a:lstStyle/>
          <a:p>
            <a:pPr algn="ctr"/>
            <a:r>
              <a:rPr lang="zh-CN" altLang="en-US" dirty="0">
                <a:solidFill>
                  <a:schemeClr val="bg1"/>
                </a:solidFill>
                <a:latin typeface="思源黑体 CN Regular" panose="020B0500000000000000" pitchFamily="34" charset="-122"/>
                <a:ea typeface="思源黑体 CN Regular" panose="020B0500000000000000" pitchFamily="34" charset="-122"/>
              </a:rPr>
              <a:t>和谐 </a:t>
            </a:r>
            <a:r>
              <a:rPr lang="en-US" altLang="zh-CN" dirty="0">
                <a:solidFill>
                  <a:schemeClr val="bg1"/>
                </a:solidFill>
                <a:latin typeface="思源黑体 CN Regular" panose="020B0500000000000000" pitchFamily="34" charset="-122"/>
                <a:ea typeface="思源黑体 CN Regular" panose="020B0500000000000000" pitchFamily="34" charset="-122"/>
              </a:rPr>
              <a:t>| </a:t>
            </a:r>
            <a:r>
              <a:rPr lang="zh-CN" altLang="en-US" dirty="0">
                <a:solidFill>
                  <a:schemeClr val="bg1"/>
                </a:solidFill>
                <a:latin typeface="思源黑体 CN Regular" panose="020B0500000000000000" pitchFamily="34" charset="-122"/>
                <a:ea typeface="思源黑体 CN Regular" panose="020B0500000000000000" pitchFamily="34" charset="-122"/>
              </a:rPr>
              <a:t>合作</a:t>
            </a:r>
            <a:r>
              <a:rPr lang="en-US" altLang="zh-CN" dirty="0">
                <a:solidFill>
                  <a:schemeClr val="bg1"/>
                </a:solidFill>
                <a:latin typeface="思源黑体 CN Regular" panose="020B0500000000000000" pitchFamily="34" charset="-122"/>
                <a:ea typeface="思源黑体 CN Regular" panose="020B0500000000000000" pitchFamily="34" charset="-122"/>
              </a:rPr>
              <a:t> | </a:t>
            </a:r>
            <a:r>
              <a:rPr lang="zh-CN" altLang="en-US" dirty="0">
                <a:solidFill>
                  <a:schemeClr val="bg1"/>
                </a:solidFill>
                <a:latin typeface="思源黑体 CN Regular" panose="020B0500000000000000" pitchFamily="34" charset="-122"/>
                <a:ea typeface="思源黑体 CN Regular" panose="020B0500000000000000" pitchFamily="34" charset="-122"/>
              </a:rPr>
              <a:t>共赢 </a:t>
            </a:r>
            <a:r>
              <a:rPr lang="en-US" altLang="zh-CN" dirty="0">
                <a:solidFill>
                  <a:schemeClr val="bg1"/>
                </a:solidFill>
                <a:latin typeface="思源黑体 CN Regular" panose="020B0500000000000000" pitchFamily="34" charset="-122"/>
                <a:ea typeface="思源黑体 CN Regular" panose="020B0500000000000000" pitchFamily="34" charset="-122"/>
              </a:rPr>
              <a:t>| </a:t>
            </a:r>
            <a:r>
              <a:rPr lang="zh-CN" altLang="en-US" dirty="0">
                <a:solidFill>
                  <a:schemeClr val="bg1"/>
                </a:solidFill>
                <a:latin typeface="思源黑体 CN Regular" panose="020B0500000000000000" pitchFamily="34" charset="-122"/>
                <a:ea typeface="思源黑体 CN Regular" panose="020B0500000000000000" pitchFamily="34" charset="-122"/>
              </a:rPr>
              <a:t>生态</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747180" y="4163805"/>
            <a:ext cx="697638" cy="697638"/>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7" name="Date Placeholder 3"/>
          <p:cNvSpPr>
            <a:spLocks noGrp="1"/>
          </p:cNvSpPr>
          <p:nvPr>
            <p:ph type="dt" sz="half" idx="2"/>
          </p:nvPr>
        </p:nvSpPr>
        <p:spPr>
          <a:xfrm>
            <a:off x="5410200" y="6356349"/>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90AE510E-1D87-4DEA-927B-646DBA74B99E}" type="datetime1">
              <a:rPr lang="zh-CN" altLang="en-US" smtClean="0"/>
            </a:fld>
            <a:endParaRPr lang="zh-CN" altLang="en-US" dirty="0"/>
          </a:p>
        </p:txBody>
      </p:sp>
      <p:sp>
        <p:nvSpPr>
          <p:cNvPr id="8" name="Footer Placeholder 4"/>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r>
              <a:rPr lang="zh-CN" altLang="en-US"/>
              <a:t>保密级别：公开</a:t>
            </a:r>
            <a:endParaRPr lang="zh-CN" altLang="en-US" dirty="0"/>
          </a:p>
        </p:txBody>
      </p:sp>
      <p:sp>
        <p:nvSpPr>
          <p:cNvPr id="9"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B12E33E1-9AF2-45A8-BB07-EBD06F9F463D}" type="slidenum">
              <a:rPr lang="zh-CN" altLang="en-US" smtClean="0"/>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2000"/>
            </a:lvl1pPr>
            <a:lvl2pPr>
              <a:defRPr sz="2000"/>
            </a:lvl2pPr>
            <a:lvl3pPr>
              <a:defRPr sz="2000"/>
            </a:lvl3pPr>
            <a:lvl4pPr>
              <a:defRPr sz="2000"/>
            </a:lvl4pPr>
            <a:lvl5pPr>
              <a:defRPr sz="2000"/>
            </a:lvl5p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pic>
        <p:nvPicPr>
          <p:cNvPr id="7" name="图片 8" descr="logo-ico-Black"/>
          <p:cNvPicPr>
            <a:picLocks noChangeAspect="1"/>
          </p:cNvPicPr>
          <p:nvPr userDrawn="1"/>
        </p:nvPicPr>
        <p:blipFill>
          <a:blip r:embed="rId2">
            <a:alphaModFix amt="15000"/>
            <a:lum bright="70000" contrast="-70000"/>
          </a:blip>
          <a:stretch>
            <a:fillRect/>
          </a:stretch>
        </p:blipFill>
        <p:spPr>
          <a:xfrm rot="5400000">
            <a:off x="-2480443" y="1341619"/>
            <a:ext cx="4808485" cy="5319349"/>
          </a:xfrm>
          <a:prstGeom prst="rect">
            <a:avLst/>
          </a:prstGeom>
        </p:spPr>
      </p:pic>
      <p:sp>
        <p:nvSpPr>
          <p:cNvPr id="8" name="Date Placeholder 3"/>
          <p:cNvSpPr>
            <a:spLocks noGrp="1"/>
          </p:cNvSpPr>
          <p:nvPr>
            <p:ph type="dt" sz="half" idx="2"/>
          </p:nvPr>
        </p:nvSpPr>
        <p:spPr>
          <a:xfrm>
            <a:off x="5410200" y="6356349"/>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90AE510E-1D87-4DEA-927B-646DBA74B99E}" type="datetime1">
              <a:rPr lang="zh-CN" altLang="en-US" smtClean="0"/>
            </a:fld>
            <a:endParaRPr lang="zh-CN" altLang="en-US" dirty="0"/>
          </a:p>
        </p:txBody>
      </p:sp>
      <p:sp>
        <p:nvSpPr>
          <p:cNvPr id="9" name="Footer Placeholder 4"/>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r>
              <a:rPr lang="zh-CN" altLang="en-US"/>
              <a:t>保密级别：公开</a:t>
            </a:r>
            <a:endParaRPr lang="zh-CN" altLang="en-US" dirty="0"/>
          </a:p>
        </p:txBody>
      </p:sp>
      <p:sp>
        <p:nvSpPr>
          <p:cNvPr id="1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B12E33E1-9AF2-45A8-BB07-EBD06F9F463D}" type="slidenum">
              <a:rPr lang="zh-CN" altLang="en-US" smtClean="0"/>
            </a:fld>
            <a:endParaRPr lang="zh-CN" altLang="en-US" dirty="0"/>
          </a:p>
        </p:txBody>
      </p:sp>
      <p:sp>
        <p:nvSpPr>
          <p:cNvPr id="4" name="Title Placeholder 1"/>
          <p:cNvSpPr>
            <a:spLocks noGrp="1"/>
          </p:cNvSpPr>
          <p:nvPr>
            <p:ph type="title"/>
          </p:nvPr>
        </p:nvSpPr>
        <p:spPr>
          <a:xfrm>
            <a:off x="838201" y="278704"/>
            <a:ext cx="6477000" cy="454908"/>
          </a:xfrm>
          <a:prstGeom prst="rect">
            <a:avLst/>
          </a:prstGeom>
        </p:spPr>
        <p:txBody>
          <a:bodyPr vert="horz" lIns="91440" tIns="45720" rIns="91440" bIns="45720" rtlCol="0" anchor="ctr">
            <a:noAutofit/>
          </a:bodyPr>
          <a:lstStyle/>
          <a:p>
            <a:r>
              <a:rPr lang="en-US" altLang="zh-CN" dirty="0"/>
              <a:t>Click to edit Master title style</a:t>
            </a:r>
            <a:endParaRPr lang="zh-CN" altLang="en-US" dirty="0"/>
          </a:p>
        </p:txBody>
      </p:sp>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5748" y="278329"/>
            <a:ext cx="330636" cy="365854"/>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896815"/>
            <a:ext cx="5181600" cy="528014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72200" y="896815"/>
            <a:ext cx="5181600" cy="5280148"/>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pic>
        <p:nvPicPr>
          <p:cNvPr id="8" name="图片 8" descr="logo-ico-Black"/>
          <p:cNvPicPr>
            <a:picLocks noChangeAspect="1"/>
          </p:cNvPicPr>
          <p:nvPr userDrawn="1"/>
        </p:nvPicPr>
        <p:blipFill>
          <a:blip r:embed="rId2">
            <a:alphaModFix amt="15000"/>
            <a:lum bright="70000" contrast="-70000"/>
          </a:blip>
          <a:stretch>
            <a:fillRect/>
          </a:stretch>
        </p:blipFill>
        <p:spPr>
          <a:xfrm rot="5400000">
            <a:off x="-2480443" y="1341619"/>
            <a:ext cx="4808485" cy="5319349"/>
          </a:xfrm>
          <a:prstGeom prst="rect">
            <a:avLst/>
          </a:prstGeom>
        </p:spPr>
      </p:pic>
      <p:sp>
        <p:nvSpPr>
          <p:cNvPr id="9" name="Date Placeholder 3"/>
          <p:cNvSpPr>
            <a:spLocks noGrp="1"/>
          </p:cNvSpPr>
          <p:nvPr>
            <p:ph type="dt" sz="half" idx="10"/>
          </p:nvPr>
        </p:nvSpPr>
        <p:spPr>
          <a:xfrm>
            <a:off x="5410200" y="6356349"/>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90AE510E-1D87-4DEA-927B-646DBA74B99E}" type="datetime1">
              <a:rPr lang="zh-CN" altLang="en-US" smtClean="0"/>
            </a:fld>
            <a:endParaRPr lang="zh-CN" altLang="en-US" dirty="0"/>
          </a:p>
        </p:txBody>
      </p:sp>
      <p:sp>
        <p:nvSpPr>
          <p:cNvPr id="10" name="Footer Placeholder 4"/>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r>
              <a:rPr lang="zh-CN" altLang="en-US"/>
              <a:t>保密级别：公开</a:t>
            </a:r>
            <a:endParaRPr lang="zh-CN" altLang="en-US" dirty="0"/>
          </a:p>
        </p:txBody>
      </p:sp>
      <p:sp>
        <p:nvSpPr>
          <p:cNvPr id="11"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B12E33E1-9AF2-45A8-BB07-EBD06F9F463D}" type="slidenum">
              <a:rPr lang="zh-CN" altLang="en-US" smtClean="0"/>
            </a:fld>
            <a:endParaRPr lang="zh-CN" altLang="en-US" dirty="0"/>
          </a:p>
        </p:txBody>
      </p:sp>
      <p:sp>
        <p:nvSpPr>
          <p:cNvPr id="5" name="Title Placeholder 1"/>
          <p:cNvSpPr>
            <a:spLocks noGrp="1"/>
          </p:cNvSpPr>
          <p:nvPr>
            <p:ph type="title"/>
          </p:nvPr>
        </p:nvSpPr>
        <p:spPr>
          <a:xfrm>
            <a:off x="838201" y="278704"/>
            <a:ext cx="6477000" cy="454908"/>
          </a:xfrm>
          <a:prstGeom prst="rect">
            <a:avLst/>
          </a:prstGeom>
        </p:spPr>
        <p:txBody>
          <a:bodyPr vert="horz" lIns="91440" tIns="45720" rIns="91440" bIns="45720" rtlCol="0" anchor="ctr">
            <a:noAutofit/>
          </a:bodyPr>
          <a:lstStyle/>
          <a:p>
            <a:r>
              <a:rPr lang="en-US" altLang="zh-CN" dirty="0"/>
              <a:t>Click to edit Master title style</a:t>
            </a:r>
            <a:endParaRPr lang="zh-CN" altLang="en-US" dirty="0"/>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5748" y="278329"/>
            <a:ext cx="330636" cy="365854"/>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7" name="Picture Placeholder 2"/>
          <p:cNvSpPr>
            <a:spLocks noGrp="1"/>
          </p:cNvSpPr>
          <p:nvPr>
            <p:ph type="pic" idx="1"/>
          </p:nvPr>
        </p:nvSpPr>
        <p:spPr>
          <a:xfrm>
            <a:off x="0" y="0"/>
            <a:ext cx="4618182"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8" name="Text Placeholder 3"/>
          <p:cNvSpPr>
            <a:spLocks noGrp="1"/>
          </p:cNvSpPr>
          <p:nvPr>
            <p:ph type="body" sz="half" idx="2"/>
          </p:nvPr>
        </p:nvSpPr>
        <p:spPr>
          <a:xfrm>
            <a:off x="5199352" y="1230923"/>
            <a:ext cx="6216794" cy="477271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pic>
        <p:nvPicPr>
          <p:cNvPr id="2" name="图片 8" descr="logo-ico-Black"/>
          <p:cNvPicPr>
            <a:picLocks noChangeAspect="1"/>
          </p:cNvPicPr>
          <p:nvPr userDrawn="1"/>
        </p:nvPicPr>
        <p:blipFill>
          <a:blip r:embed="rId2">
            <a:alphaModFix amt="15000"/>
            <a:lum bright="70000" contrast="-70000"/>
          </a:blip>
          <a:stretch>
            <a:fillRect/>
          </a:stretch>
        </p:blipFill>
        <p:spPr>
          <a:xfrm rot="5400000">
            <a:off x="-2480443" y="1341619"/>
            <a:ext cx="4808485" cy="5319349"/>
          </a:xfrm>
          <a:prstGeom prst="rect">
            <a:avLst/>
          </a:prstGeom>
        </p:spPr>
      </p:pic>
      <p:sp>
        <p:nvSpPr>
          <p:cNvPr id="3" name="Date Placeholder 3"/>
          <p:cNvSpPr>
            <a:spLocks noGrp="1"/>
          </p:cNvSpPr>
          <p:nvPr>
            <p:ph type="dt" sz="half" idx="10"/>
          </p:nvPr>
        </p:nvSpPr>
        <p:spPr>
          <a:xfrm>
            <a:off x="5410200" y="6356349"/>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90AE510E-1D87-4DEA-927B-646DBA74B99E}" type="datetime1">
              <a:rPr lang="zh-CN" altLang="en-US" smtClean="0"/>
            </a:fld>
            <a:endParaRPr lang="zh-CN" altLang="en-US" dirty="0"/>
          </a:p>
        </p:txBody>
      </p:sp>
      <p:sp>
        <p:nvSpPr>
          <p:cNvPr id="4" name="Footer Placeholder 4"/>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r>
              <a:rPr lang="zh-CN" altLang="en-US"/>
              <a:t>保密级别：公开</a:t>
            </a:r>
            <a:endParaRPr lang="zh-CN" altLang="en-US" dirty="0"/>
          </a:p>
        </p:txBody>
      </p:sp>
      <p:sp>
        <p:nvSpPr>
          <p:cNvPr id="5"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B12E33E1-9AF2-45A8-BB07-EBD06F9F463D}" type="slidenum">
              <a:rPr lang="zh-CN" altLang="en-US" smtClean="0"/>
            </a:fld>
            <a:endParaRPr lang="zh-CN" altLang="en-US" dirty="0"/>
          </a:p>
        </p:txBody>
      </p:sp>
      <p:sp>
        <p:nvSpPr>
          <p:cNvPr id="6" name="Title Placeholder 1"/>
          <p:cNvSpPr>
            <a:spLocks noGrp="1"/>
          </p:cNvSpPr>
          <p:nvPr>
            <p:ph type="title"/>
          </p:nvPr>
        </p:nvSpPr>
        <p:spPr>
          <a:xfrm>
            <a:off x="5199352" y="626910"/>
            <a:ext cx="6477000" cy="454908"/>
          </a:xfrm>
          <a:prstGeom prst="rect">
            <a:avLst/>
          </a:prstGeom>
        </p:spPr>
        <p:txBody>
          <a:bodyPr vert="horz" lIns="91440" tIns="45720" rIns="91440" bIns="45720" rtlCol="0" anchor="ctr">
            <a:noAutofit/>
          </a:bodyPr>
          <a:lstStyle/>
          <a:p>
            <a:r>
              <a:rPr lang="en-US" altLang="zh-CN" dirty="0"/>
              <a:t>Click to edit Master title style</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图片 8" descr="logo-ico-Black"/>
          <p:cNvPicPr>
            <a:picLocks noChangeAspect="1"/>
          </p:cNvPicPr>
          <p:nvPr userDrawn="1"/>
        </p:nvPicPr>
        <p:blipFill>
          <a:blip r:embed="rId2">
            <a:alphaModFix amt="15000"/>
            <a:lum bright="70000" contrast="-70000"/>
          </a:blip>
          <a:stretch>
            <a:fillRect/>
          </a:stretch>
        </p:blipFill>
        <p:spPr>
          <a:xfrm rot="5400000">
            <a:off x="-2480443" y="1341619"/>
            <a:ext cx="4808485" cy="5319349"/>
          </a:xfrm>
          <a:prstGeom prst="rect">
            <a:avLst/>
          </a:prstGeom>
        </p:spPr>
      </p:pic>
      <p:sp>
        <p:nvSpPr>
          <p:cNvPr id="7" name="Date Placeholder 3"/>
          <p:cNvSpPr>
            <a:spLocks noGrp="1"/>
          </p:cNvSpPr>
          <p:nvPr>
            <p:ph type="dt" sz="half" idx="2"/>
          </p:nvPr>
        </p:nvSpPr>
        <p:spPr>
          <a:xfrm>
            <a:off x="5410200" y="6356349"/>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90AE510E-1D87-4DEA-927B-646DBA74B99E}" type="datetime1">
              <a:rPr lang="zh-CN" altLang="en-US" smtClean="0"/>
            </a:fld>
            <a:endParaRPr lang="zh-CN" altLang="en-US" dirty="0"/>
          </a:p>
        </p:txBody>
      </p:sp>
      <p:sp>
        <p:nvSpPr>
          <p:cNvPr id="8" name="Footer Placeholder 4"/>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r>
              <a:rPr lang="zh-CN" altLang="en-US"/>
              <a:t>保密级别：公开</a:t>
            </a:r>
            <a:endParaRPr lang="zh-CN" altLang="en-US" dirty="0"/>
          </a:p>
        </p:txBody>
      </p:sp>
      <p:sp>
        <p:nvSpPr>
          <p:cNvPr id="9"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B12E33E1-9AF2-45A8-BB07-EBD06F9F463D}" type="slidenum">
              <a:rPr lang="zh-CN" altLang="en-US" smtClean="0"/>
            </a:fld>
            <a:endParaRPr lang="zh-CN" altLang="en-US" dirty="0"/>
          </a:p>
        </p:txBody>
      </p:sp>
      <p:sp>
        <p:nvSpPr>
          <p:cNvPr id="3" name="Title Placeholder 1"/>
          <p:cNvSpPr>
            <a:spLocks noGrp="1"/>
          </p:cNvSpPr>
          <p:nvPr>
            <p:ph type="title"/>
          </p:nvPr>
        </p:nvSpPr>
        <p:spPr>
          <a:xfrm>
            <a:off x="838201" y="278704"/>
            <a:ext cx="6477000" cy="454908"/>
          </a:xfrm>
          <a:prstGeom prst="rect">
            <a:avLst/>
          </a:prstGeom>
        </p:spPr>
        <p:txBody>
          <a:bodyPr vert="horz" lIns="91440" tIns="45720" rIns="91440" bIns="45720" rtlCol="0" anchor="ctr">
            <a:noAutofit/>
          </a:bodyPr>
          <a:lstStyle/>
          <a:p>
            <a:r>
              <a:rPr lang="en-US" altLang="zh-CN" dirty="0"/>
              <a:t>Click to edit Master title style</a:t>
            </a:r>
            <a:endParaRPr lang="zh-CN" altLang="en-US" dirty="0"/>
          </a:p>
        </p:txBody>
      </p:sp>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5748" y="278329"/>
            <a:ext cx="330636" cy="365854"/>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5410200" y="6356349"/>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90AE510E-1D87-4DEA-927B-646DBA74B99E}" type="datetime1">
              <a:rPr lang="zh-CN" altLang="en-US" smtClean="0"/>
            </a:fld>
            <a:endParaRPr lang="zh-CN" altLang="en-US" dirty="0"/>
          </a:p>
        </p:txBody>
      </p:sp>
      <p:sp>
        <p:nvSpPr>
          <p:cNvPr id="6" name="Footer Placeholder 4"/>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r>
              <a:rPr lang="zh-CN" altLang="en-US"/>
              <a:t>保密级别：公开</a:t>
            </a:r>
            <a:endParaRPr lang="zh-CN" altLang="en-US" dirty="0"/>
          </a:p>
        </p:txBody>
      </p:sp>
      <p:sp>
        <p:nvSpPr>
          <p:cNvPr id="7"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B12E33E1-9AF2-45A8-BB07-EBD06F9F463D}" type="slidenum">
              <a:rPr lang="zh-CN" altLang="en-US" smtClean="0"/>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pic>
        <p:nvPicPr>
          <p:cNvPr id="8" name="图片 8" descr="logo-ico-Black"/>
          <p:cNvPicPr>
            <a:picLocks noChangeAspect="1"/>
          </p:cNvPicPr>
          <p:nvPr userDrawn="1"/>
        </p:nvPicPr>
        <p:blipFill>
          <a:blip r:embed="rId2">
            <a:alphaModFix amt="15000"/>
            <a:lum bright="70000" contrast="-70000"/>
          </a:blip>
          <a:stretch>
            <a:fillRect/>
          </a:stretch>
        </p:blipFill>
        <p:spPr>
          <a:xfrm rot="5400000">
            <a:off x="-2480443" y="1341619"/>
            <a:ext cx="4808485" cy="5319349"/>
          </a:xfrm>
          <a:prstGeom prst="rect">
            <a:avLst/>
          </a:prstGeom>
        </p:spPr>
      </p:pic>
      <p:sp>
        <p:nvSpPr>
          <p:cNvPr id="9" name="Date Placeholder 3"/>
          <p:cNvSpPr>
            <a:spLocks noGrp="1"/>
          </p:cNvSpPr>
          <p:nvPr>
            <p:ph type="dt" sz="half" idx="10"/>
          </p:nvPr>
        </p:nvSpPr>
        <p:spPr>
          <a:xfrm>
            <a:off x="5410200" y="6356349"/>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90AE510E-1D87-4DEA-927B-646DBA74B99E}" type="datetime1">
              <a:rPr lang="zh-CN" altLang="en-US" smtClean="0"/>
            </a:fld>
            <a:endParaRPr lang="zh-CN" altLang="en-US" dirty="0"/>
          </a:p>
        </p:txBody>
      </p:sp>
      <p:sp>
        <p:nvSpPr>
          <p:cNvPr id="10" name="Footer Placeholder 4"/>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r>
              <a:rPr lang="zh-CN" altLang="en-US"/>
              <a:t>保密级别：公开</a:t>
            </a:r>
            <a:endParaRPr lang="zh-CN" altLang="en-US" dirty="0"/>
          </a:p>
        </p:txBody>
      </p:sp>
      <p:sp>
        <p:nvSpPr>
          <p:cNvPr id="11"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B12E33E1-9AF2-45A8-BB07-EBD06F9F463D}" type="slidenum">
              <a:rPr lang="zh-CN" altLang="en-US" smtClean="0"/>
            </a:fld>
            <a:endParaRPr lang="zh-CN" altLang="en-US" dirty="0"/>
          </a:p>
        </p:txBody>
      </p:sp>
      <p:sp>
        <p:nvSpPr>
          <p:cNvPr id="5" name="Title Placeholder 1"/>
          <p:cNvSpPr>
            <a:spLocks noGrp="1"/>
          </p:cNvSpPr>
          <p:nvPr>
            <p:ph type="title"/>
          </p:nvPr>
        </p:nvSpPr>
        <p:spPr>
          <a:xfrm>
            <a:off x="838201" y="278704"/>
            <a:ext cx="6477000" cy="454908"/>
          </a:xfrm>
          <a:prstGeom prst="rect">
            <a:avLst/>
          </a:prstGeom>
        </p:spPr>
        <p:txBody>
          <a:bodyPr vert="horz" lIns="91440" tIns="45720" rIns="91440" bIns="45720" rtlCol="0" anchor="ctr">
            <a:noAutofit/>
          </a:bodyPr>
          <a:lstStyle/>
          <a:p>
            <a:r>
              <a:rPr lang="en-US" altLang="zh-CN" dirty="0"/>
              <a:t>Click to edit Master title style</a:t>
            </a:r>
            <a:endParaRPr lang="zh-CN" altLang="en-US" dirty="0"/>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5748" y="278329"/>
            <a:ext cx="330636" cy="365854"/>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endParaRPr lang="en-US" altLang="zh-CN"/>
          </a:p>
        </p:txBody>
      </p:sp>
      <p:pic>
        <p:nvPicPr>
          <p:cNvPr id="8" name="图片 8" descr="logo-ico-Black"/>
          <p:cNvPicPr>
            <a:picLocks noChangeAspect="1"/>
          </p:cNvPicPr>
          <p:nvPr userDrawn="1"/>
        </p:nvPicPr>
        <p:blipFill>
          <a:blip r:embed="rId2">
            <a:alphaModFix amt="15000"/>
            <a:lum bright="70000" contrast="-70000"/>
          </a:blip>
          <a:stretch>
            <a:fillRect/>
          </a:stretch>
        </p:blipFill>
        <p:spPr>
          <a:xfrm rot="5400000">
            <a:off x="-2480443" y="1341619"/>
            <a:ext cx="4808485" cy="5319349"/>
          </a:xfrm>
          <a:prstGeom prst="rect">
            <a:avLst/>
          </a:prstGeom>
        </p:spPr>
      </p:pic>
      <p:sp>
        <p:nvSpPr>
          <p:cNvPr id="9" name="Date Placeholder 3"/>
          <p:cNvSpPr>
            <a:spLocks noGrp="1"/>
          </p:cNvSpPr>
          <p:nvPr>
            <p:ph type="dt" sz="half" idx="10"/>
          </p:nvPr>
        </p:nvSpPr>
        <p:spPr>
          <a:xfrm>
            <a:off x="5410200" y="6356349"/>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90AE510E-1D87-4DEA-927B-646DBA74B99E}" type="datetime1">
              <a:rPr lang="zh-CN" altLang="en-US" smtClean="0"/>
            </a:fld>
            <a:endParaRPr lang="zh-CN" altLang="en-US" dirty="0"/>
          </a:p>
        </p:txBody>
      </p:sp>
      <p:sp>
        <p:nvSpPr>
          <p:cNvPr id="10" name="Footer Placeholder 4"/>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r>
              <a:rPr lang="zh-CN" altLang="en-US"/>
              <a:t>保密级别：公开</a:t>
            </a:r>
            <a:endParaRPr lang="zh-CN" altLang="en-US" dirty="0"/>
          </a:p>
        </p:txBody>
      </p:sp>
      <p:sp>
        <p:nvSpPr>
          <p:cNvPr id="11"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B12E33E1-9AF2-45A8-BB07-EBD06F9F463D}" type="slidenum">
              <a:rPr lang="zh-CN" altLang="en-US" smtClean="0"/>
            </a:fld>
            <a:endParaRPr lang="zh-CN" altLang="en-US" dirty="0"/>
          </a:p>
        </p:txBody>
      </p:sp>
      <p:sp>
        <p:nvSpPr>
          <p:cNvPr id="5" name="Title Placeholder 1"/>
          <p:cNvSpPr>
            <a:spLocks noGrp="1"/>
          </p:cNvSpPr>
          <p:nvPr>
            <p:ph type="title"/>
          </p:nvPr>
        </p:nvSpPr>
        <p:spPr>
          <a:xfrm>
            <a:off x="838201" y="278704"/>
            <a:ext cx="6477000" cy="454908"/>
          </a:xfrm>
          <a:prstGeom prst="rect">
            <a:avLst/>
          </a:prstGeom>
        </p:spPr>
        <p:txBody>
          <a:bodyPr vert="horz" lIns="91440" tIns="45720" rIns="91440" bIns="45720" rtlCol="0" anchor="ctr">
            <a:noAutofit/>
          </a:bodyPr>
          <a:lstStyle/>
          <a:p>
            <a:r>
              <a:rPr lang="en-US" altLang="zh-CN" dirty="0"/>
              <a:t>Click to edit Master title style</a:t>
            </a:r>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5410200" y="6356349"/>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5D562B08-327E-4490-A1E1-CD24084887AA}" type="datetime1">
              <a:rPr lang="zh-CN" altLang="en-US" smtClean="0"/>
            </a:fld>
            <a:endParaRPr lang="zh-CN" altLang="en-US" dirty="0"/>
          </a:p>
        </p:txBody>
      </p:sp>
      <p:sp>
        <p:nvSpPr>
          <p:cNvPr id="6" name="Footer Placeholder 4"/>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r>
              <a:rPr lang="zh-CN" altLang="en-US"/>
              <a:t>保密级别：公开</a:t>
            </a:r>
            <a:endParaRPr lang="zh-CN" altLang="en-US" dirty="0"/>
          </a:p>
        </p:txBody>
      </p:sp>
      <p:sp>
        <p:nvSpPr>
          <p:cNvPr id="7"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B12E33E1-9AF2-45A8-BB07-EBD06F9F463D}" type="slidenum">
              <a:rPr lang="zh-CN" altLang="en-US" smtClean="0"/>
            </a:fld>
            <a:endParaRPr lang="zh-CN" altLang="en-US" dirty="0"/>
          </a:p>
        </p:txBody>
      </p:sp>
      <p:pic>
        <p:nvPicPr>
          <p:cNvPr id="2" name="图片 3" descr="logo-ico-Black"/>
          <p:cNvPicPr>
            <a:picLocks noChangeAspect="1"/>
          </p:cNvPicPr>
          <p:nvPr userDrawn="1"/>
        </p:nvPicPr>
        <p:blipFill>
          <a:blip r:embed="rId2">
            <a:alphaModFix amt="15000"/>
            <a:lum bright="70000" contrast="-70000"/>
          </a:blip>
          <a:stretch>
            <a:fillRect/>
          </a:stretch>
        </p:blipFill>
        <p:spPr>
          <a:xfrm rot="5400000">
            <a:off x="-3445508" y="-514501"/>
            <a:ext cx="7517714" cy="8316413"/>
          </a:xfrm>
          <a:prstGeom prst="rect">
            <a:avLst/>
          </a:prstGeom>
        </p:spPr>
      </p:pic>
      <p:sp>
        <p:nvSpPr>
          <p:cNvPr id="3" name="副标题 4"/>
          <p:cNvSpPr txBox="1"/>
          <p:nvPr userDrawn="1"/>
        </p:nvSpPr>
        <p:spPr>
          <a:xfrm>
            <a:off x="1122468" y="2734371"/>
            <a:ext cx="8549825" cy="26480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0000"/>
                </a:solidFill>
                <a:latin typeface="思源黑体 CN Normal" panose="020B0400000000000000" pitchFamily="34" charset="-122"/>
                <a:ea typeface="思源黑体 CN Normal" panose="020B04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思源黑体 CN Normal" panose="020B0400000000000000" pitchFamily="34" charset="-122"/>
                <a:ea typeface="思源黑体 CN Normal" panose="020B04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思源黑体 CN Normal" panose="020B0400000000000000" pitchFamily="34" charset="-122"/>
                <a:ea typeface="思源黑体 CN Normal"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思源黑体 CN Normal" panose="020B0400000000000000" pitchFamily="34" charset="-122"/>
                <a:ea typeface="思源黑体 CN Normal" panose="020B04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0000"/>
                </a:solidFill>
                <a:latin typeface="思源黑体 CN Normal" panose="020B0400000000000000" pitchFamily="34" charset="-122"/>
                <a:ea typeface="思源黑体 CN Normal" panose="020B04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altLang="zh-CN" sz="1200" dirty="0">
              <a:solidFill>
                <a:srgbClr val="212C3C"/>
              </a:solidFill>
              <a:latin typeface="思源黑体 CN Bold" panose="020B0800000000000000" pitchFamily="34" charset="-122"/>
              <a:ea typeface="思源黑体 CN Bold" panose="020B0800000000000000" pitchFamily="34" charset="-122"/>
            </a:endParaRPr>
          </a:p>
          <a:p>
            <a:pPr marL="0" indent="0" algn="ctr">
              <a:buFont typeface="Arial" panose="020B0604020202020204" pitchFamily="34" charset="0"/>
              <a:buNone/>
            </a:pPr>
            <a:endParaRPr lang="en-US" altLang="zh-CN" sz="1200" dirty="0">
              <a:solidFill>
                <a:srgbClr val="212C3C"/>
              </a:solidFill>
              <a:cs typeface="方正仿宋_GB2312" panose="02000000000000000000" charset="-122"/>
            </a:endParaRPr>
          </a:p>
          <a:p>
            <a:pPr marL="0" indent="0">
              <a:buFont typeface="Arial" panose="020B0604020202020204" pitchFamily="34" charset="0"/>
              <a:buNone/>
            </a:pPr>
            <a:r>
              <a:rPr lang="en-US" altLang="zh-CN" sz="1200" b="1" spc="600" dirty="0">
                <a:solidFill>
                  <a:srgbClr val="212C3C"/>
                </a:solidFill>
                <a:latin typeface="思源黑体 CN Bold" panose="020B0800000000000000" pitchFamily="34" charset="-122"/>
                <a:ea typeface="思源黑体 CN Bold" panose="020B0800000000000000" pitchFamily="34" charset="-122"/>
                <a:cs typeface="微软雅黑" panose="020B0503020204020204" pitchFamily="34" charset="-122"/>
              </a:rPr>
              <a:t>	</a:t>
            </a:r>
            <a:endParaRPr lang="en-US" altLang="zh-CN" sz="1200" b="1" spc="600" dirty="0">
              <a:solidFill>
                <a:srgbClr val="212C3C"/>
              </a:solidFill>
              <a:latin typeface="思源黑体 CN Bold" panose="020B0800000000000000" pitchFamily="34" charset="-122"/>
              <a:ea typeface="思源黑体 CN Bold" panose="020B0800000000000000" pitchFamily="34" charset="-122"/>
              <a:cs typeface="微软雅黑" panose="020B0503020204020204" pitchFamily="34" charset="-122"/>
            </a:endParaRPr>
          </a:p>
          <a:p>
            <a:pPr marL="0" indent="0">
              <a:buFont typeface="Arial" panose="020B0604020202020204" pitchFamily="34" charset="0"/>
              <a:buNone/>
            </a:pPr>
            <a:endParaRPr lang="en-US" altLang="zh-CN" sz="1200" b="1" spc="600" dirty="0">
              <a:solidFill>
                <a:srgbClr val="212C3C"/>
              </a:solidFill>
              <a:latin typeface="思源黑体 CN Bold" panose="020B0800000000000000" pitchFamily="34" charset="-122"/>
              <a:ea typeface="思源黑体 CN Bold" panose="020B0800000000000000" pitchFamily="34" charset="-122"/>
              <a:cs typeface="微软雅黑" panose="020B0503020204020204" pitchFamily="34" charset="-122"/>
            </a:endParaRPr>
          </a:p>
        </p:txBody>
      </p:sp>
      <p:sp>
        <p:nvSpPr>
          <p:cNvPr id="15" name="TextBox 14"/>
          <p:cNvSpPr txBox="1"/>
          <p:nvPr userDrawn="1"/>
        </p:nvSpPr>
        <p:spPr>
          <a:xfrm>
            <a:off x="0" y="2114550"/>
            <a:ext cx="12191365" cy="2584450"/>
          </a:xfrm>
          <a:prstGeom prst="rect">
            <a:avLst/>
          </a:prstGeom>
          <a:noFill/>
        </p:spPr>
        <p:txBody>
          <a:bodyPr wrap="square">
            <a:spAutoFit/>
          </a:bodyPr>
          <a:lstStyle/>
          <a:p>
            <a:pPr marL="0" indent="0" algn="ctr">
              <a:lnSpc>
                <a:spcPct val="150000"/>
              </a:lnSpc>
              <a:buFont typeface="Arial" panose="020B0604020202020204" pitchFamily="34" charset="0"/>
              <a:buNone/>
            </a:pPr>
            <a:r>
              <a:rPr lang="zh-CN" altLang="en-US" sz="5400" b="1" spc="600" dirty="0">
                <a:solidFill>
                  <a:srgbClr val="F2F2F2"/>
                </a:solidFill>
                <a:latin typeface="思源黑体 CN Heavy" panose="020B0A00000000000000" pitchFamily="34" charset="-122"/>
                <a:ea typeface="思源黑体 CN Heavy" panose="020B0A00000000000000" pitchFamily="34" charset="-122"/>
                <a:cs typeface="微软雅黑" panose="020B0503020204020204" pitchFamily="34" charset="-122"/>
              </a:rPr>
              <a:t>储能想躺赚</a:t>
            </a:r>
            <a:endParaRPr lang="en-US" altLang="zh-CN" sz="5400" b="1" spc="600" dirty="0">
              <a:solidFill>
                <a:srgbClr val="F2F2F2"/>
              </a:solidFill>
              <a:latin typeface="思源黑体 CN Heavy" panose="020B0A00000000000000" pitchFamily="34" charset="-122"/>
              <a:ea typeface="思源黑体 CN Heavy" panose="020B0A00000000000000" pitchFamily="34" charset="-122"/>
              <a:cs typeface="微软雅黑" panose="020B0503020204020204" pitchFamily="34" charset="-122"/>
            </a:endParaRPr>
          </a:p>
          <a:p>
            <a:pPr marL="0" indent="0" algn="ctr">
              <a:lnSpc>
                <a:spcPct val="150000"/>
              </a:lnSpc>
              <a:buFont typeface="Arial" panose="020B0604020202020204" pitchFamily="34" charset="0"/>
              <a:buNone/>
            </a:pPr>
            <a:r>
              <a:rPr lang="en-US" altLang="zh-CN" sz="5400" b="1" spc="600" dirty="0">
                <a:solidFill>
                  <a:srgbClr val="F2F2F2"/>
                </a:solidFill>
                <a:latin typeface="思源黑体 CN Heavy" panose="020B0A00000000000000" pitchFamily="34" charset="-122"/>
                <a:ea typeface="思源黑体 CN Heavy" panose="020B0A00000000000000" pitchFamily="34" charset="-122"/>
                <a:cs typeface="微软雅黑" panose="020B0503020204020204" pitchFamily="34" charset="-122"/>
              </a:rPr>
              <a:t>  </a:t>
            </a:r>
            <a:r>
              <a:rPr lang="zh-CN" altLang="en-US" sz="5400" b="1" spc="600" dirty="0">
                <a:solidFill>
                  <a:srgbClr val="F2F2F2"/>
                </a:solidFill>
                <a:latin typeface="思源黑体 CN Heavy" panose="020B0A00000000000000" pitchFamily="34" charset="-122"/>
                <a:ea typeface="思源黑体 CN Heavy" panose="020B0A00000000000000" pitchFamily="34" charset="-122"/>
                <a:cs typeface="微软雅黑" panose="020B0503020204020204" pitchFamily="34" charset="-122"/>
              </a:rPr>
              <a:t>就找融和元储！</a:t>
            </a:r>
            <a:endParaRPr lang="zh-CN" altLang="en-US" sz="5400" b="1" spc="600" dirty="0">
              <a:solidFill>
                <a:srgbClr val="F2F2F2"/>
              </a:solidFill>
              <a:latin typeface="思源黑体 CN Heavy" panose="020B0A00000000000000" pitchFamily="34" charset="-122"/>
              <a:ea typeface="思源黑体 CN Heavy" panose="020B0A00000000000000" pitchFamily="34" charset="-122"/>
              <a:cs typeface="微软雅黑" panose="020B0503020204020204" pitchFamily="34" charset="-122"/>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22" name="Picture Placeholder 21"/>
          <p:cNvSpPr>
            <a:spLocks noGrp="1"/>
          </p:cNvSpPr>
          <p:nvPr>
            <p:ph type="pic" sz="quarter" idx="13"/>
          </p:nvPr>
        </p:nvSpPr>
        <p:spPr>
          <a:xfrm>
            <a:off x="6095999" y="1147227"/>
            <a:ext cx="5269922" cy="4875273"/>
          </a:xfrm>
          <a:custGeom>
            <a:avLst/>
            <a:gdLst>
              <a:gd name="connsiteX0" fmla="*/ 2881636 w 5269922"/>
              <a:gd name="connsiteY0" fmla="*/ 2496518 h 4875273"/>
              <a:gd name="connsiteX1" fmla="*/ 5081263 w 5269922"/>
              <a:gd name="connsiteY1" fmla="*/ 2496518 h 4875273"/>
              <a:gd name="connsiteX2" fmla="*/ 5269922 w 5269922"/>
              <a:gd name="connsiteY2" fmla="*/ 2685177 h 4875273"/>
              <a:gd name="connsiteX3" fmla="*/ 5269922 w 5269922"/>
              <a:gd name="connsiteY3" fmla="*/ 4686614 h 4875273"/>
              <a:gd name="connsiteX4" fmla="*/ 5081263 w 5269922"/>
              <a:gd name="connsiteY4" fmla="*/ 4875273 h 4875273"/>
              <a:gd name="connsiteX5" fmla="*/ 2881636 w 5269922"/>
              <a:gd name="connsiteY5" fmla="*/ 4875273 h 4875273"/>
              <a:gd name="connsiteX6" fmla="*/ 2692977 w 5269922"/>
              <a:gd name="connsiteY6" fmla="*/ 4686614 h 4875273"/>
              <a:gd name="connsiteX7" fmla="*/ 2692977 w 5269922"/>
              <a:gd name="connsiteY7" fmla="*/ 2685177 h 4875273"/>
              <a:gd name="connsiteX8" fmla="*/ 2881636 w 5269922"/>
              <a:gd name="connsiteY8" fmla="*/ 2496518 h 4875273"/>
              <a:gd name="connsiteX9" fmla="*/ 188659 w 5269922"/>
              <a:gd name="connsiteY9" fmla="*/ 2496518 h 4875273"/>
              <a:gd name="connsiteX10" fmla="*/ 2388286 w 5269922"/>
              <a:gd name="connsiteY10" fmla="*/ 2496518 h 4875273"/>
              <a:gd name="connsiteX11" fmla="*/ 2576945 w 5269922"/>
              <a:gd name="connsiteY11" fmla="*/ 2685177 h 4875273"/>
              <a:gd name="connsiteX12" fmla="*/ 2576945 w 5269922"/>
              <a:gd name="connsiteY12" fmla="*/ 4686614 h 4875273"/>
              <a:gd name="connsiteX13" fmla="*/ 2388286 w 5269922"/>
              <a:gd name="connsiteY13" fmla="*/ 4875273 h 4875273"/>
              <a:gd name="connsiteX14" fmla="*/ 188659 w 5269922"/>
              <a:gd name="connsiteY14" fmla="*/ 4875273 h 4875273"/>
              <a:gd name="connsiteX15" fmla="*/ 0 w 5269922"/>
              <a:gd name="connsiteY15" fmla="*/ 4686614 h 4875273"/>
              <a:gd name="connsiteX16" fmla="*/ 0 w 5269922"/>
              <a:gd name="connsiteY16" fmla="*/ 2685177 h 4875273"/>
              <a:gd name="connsiteX17" fmla="*/ 188659 w 5269922"/>
              <a:gd name="connsiteY17" fmla="*/ 2496518 h 4875273"/>
              <a:gd name="connsiteX18" fmla="*/ 2881636 w 5269922"/>
              <a:gd name="connsiteY18" fmla="*/ 0 h 4875273"/>
              <a:gd name="connsiteX19" fmla="*/ 5081263 w 5269922"/>
              <a:gd name="connsiteY19" fmla="*/ 0 h 4875273"/>
              <a:gd name="connsiteX20" fmla="*/ 5269922 w 5269922"/>
              <a:gd name="connsiteY20" fmla="*/ 188659 h 4875273"/>
              <a:gd name="connsiteX21" fmla="*/ 5269922 w 5269922"/>
              <a:gd name="connsiteY21" fmla="*/ 2190096 h 4875273"/>
              <a:gd name="connsiteX22" fmla="*/ 5081263 w 5269922"/>
              <a:gd name="connsiteY22" fmla="*/ 2378755 h 4875273"/>
              <a:gd name="connsiteX23" fmla="*/ 2881636 w 5269922"/>
              <a:gd name="connsiteY23" fmla="*/ 2378755 h 4875273"/>
              <a:gd name="connsiteX24" fmla="*/ 2692977 w 5269922"/>
              <a:gd name="connsiteY24" fmla="*/ 2190096 h 4875273"/>
              <a:gd name="connsiteX25" fmla="*/ 2692977 w 5269922"/>
              <a:gd name="connsiteY25" fmla="*/ 188659 h 4875273"/>
              <a:gd name="connsiteX26" fmla="*/ 2881636 w 5269922"/>
              <a:gd name="connsiteY26" fmla="*/ 0 h 4875273"/>
              <a:gd name="connsiteX27" fmla="*/ 188659 w 5269922"/>
              <a:gd name="connsiteY27" fmla="*/ 0 h 4875273"/>
              <a:gd name="connsiteX28" fmla="*/ 2388286 w 5269922"/>
              <a:gd name="connsiteY28" fmla="*/ 0 h 4875273"/>
              <a:gd name="connsiteX29" fmla="*/ 2576945 w 5269922"/>
              <a:gd name="connsiteY29" fmla="*/ 188659 h 4875273"/>
              <a:gd name="connsiteX30" fmla="*/ 2576945 w 5269922"/>
              <a:gd name="connsiteY30" fmla="*/ 2190096 h 4875273"/>
              <a:gd name="connsiteX31" fmla="*/ 2388286 w 5269922"/>
              <a:gd name="connsiteY31" fmla="*/ 2378755 h 4875273"/>
              <a:gd name="connsiteX32" fmla="*/ 188659 w 5269922"/>
              <a:gd name="connsiteY32" fmla="*/ 2378755 h 4875273"/>
              <a:gd name="connsiteX33" fmla="*/ 0 w 5269922"/>
              <a:gd name="connsiteY33" fmla="*/ 2190096 h 4875273"/>
              <a:gd name="connsiteX34" fmla="*/ 0 w 5269922"/>
              <a:gd name="connsiteY34" fmla="*/ 188659 h 4875273"/>
              <a:gd name="connsiteX35" fmla="*/ 188659 w 5269922"/>
              <a:gd name="connsiteY35" fmla="*/ 0 h 487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269922" h="4875273">
                <a:moveTo>
                  <a:pt x="2881636" y="2496518"/>
                </a:moveTo>
                <a:lnTo>
                  <a:pt x="5081263" y="2496518"/>
                </a:lnTo>
                <a:cubicBezTo>
                  <a:pt x="5185456" y="2496518"/>
                  <a:pt x="5269922" y="2580984"/>
                  <a:pt x="5269922" y="2685177"/>
                </a:cubicBezTo>
                <a:lnTo>
                  <a:pt x="5269922" y="4686614"/>
                </a:lnTo>
                <a:cubicBezTo>
                  <a:pt x="5269922" y="4790807"/>
                  <a:pt x="5185456" y="4875273"/>
                  <a:pt x="5081263" y="4875273"/>
                </a:cubicBezTo>
                <a:lnTo>
                  <a:pt x="2881636" y="4875273"/>
                </a:lnTo>
                <a:cubicBezTo>
                  <a:pt x="2777443" y="4875273"/>
                  <a:pt x="2692977" y="4790807"/>
                  <a:pt x="2692977" y="4686614"/>
                </a:cubicBezTo>
                <a:lnTo>
                  <a:pt x="2692977" y="2685177"/>
                </a:lnTo>
                <a:cubicBezTo>
                  <a:pt x="2692977" y="2580984"/>
                  <a:pt x="2777443" y="2496518"/>
                  <a:pt x="2881636" y="2496518"/>
                </a:cubicBezTo>
                <a:close/>
                <a:moveTo>
                  <a:pt x="188659" y="2496518"/>
                </a:moveTo>
                <a:lnTo>
                  <a:pt x="2388286" y="2496518"/>
                </a:lnTo>
                <a:cubicBezTo>
                  <a:pt x="2492479" y="2496518"/>
                  <a:pt x="2576945" y="2580984"/>
                  <a:pt x="2576945" y="2685177"/>
                </a:cubicBezTo>
                <a:lnTo>
                  <a:pt x="2576945" y="4686614"/>
                </a:lnTo>
                <a:cubicBezTo>
                  <a:pt x="2576945" y="4790807"/>
                  <a:pt x="2492479" y="4875273"/>
                  <a:pt x="2388286" y="4875273"/>
                </a:cubicBezTo>
                <a:lnTo>
                  <a:pt x="188659" y="4875273"/>
                </a:lnTo>
                <a:cubicBezTo>
                  <a:pt x="84466" y="4875273"/>
                  <a:pt x="0" y="4790807"/>
                  <a:pt x="0" y="4686614"/>
                </a:cubicBezTo>
                <a:lnTo>
                  <a:pt x="0" y="2685177"/>
                </a:lnTo>
                <a:cubicBezTo>
                  <a:pt x="0" y="2580984"/>
                  <a:pt x="84466" y="2496518"/>
                  <a:pt x="188659" y="2496518"/>
                </a:cubicBezTo>
                <a:close/>
                <a:moveTo>
                  <a:pt x="2881636" y="0"/>
                </a:moveTo>
                <a:lnTo>
                  <a:pt x="5081263" y="0"/>
                </a:lnTo>
                <a:cubicBezTo>
                  <a:pt x="5185456" y="0"/>
                  <a:pt x="5269922" y="84466"/>
                  <a:pt x="5269922" y="188659"/>
                </a:cubicBezTo>
                <a:lnTo>
                  <a:pt x="5269922" y="2190096"/>
                </a:lnTo>
                <a:cubicBezTo>
                  <a:pt x="5269922" y="2294289"/>
                  <a:pt x="5185456" y="2378755"/>
                  <a:pt x="5081263" y="2378755"/>
                </a:cubicBezTo>
                <a:lnTo>
                  <a:pt x="2881636" y="2378755"/>
                </a:lnTo>
                <a:cubicBezTo>
                  <a:pt x="2777443" y="2378755"/>
                  <a:pt x="2692977" y="2294289"/>
                  <a:pt x="2692977" y="2190096"/>
                </a:cubicBezTo>
                <a:lnTo>
                  <a:pt x="2692977" y="188659"/>
                </a:lnTo>
                <a:cubicBezTo>
                  <a:pt x="2692977" y="84466"/>
                  <a:pt x="2777443" y="0"/>
                  <a:pt x="2881636" y="0"/>
                </a:cubicBezTo>
                <a:close/>
                <a:moveTo>
                  <a:pt x="188659" y="0"/>
                </a:moveTo>
                <a:lnTo>
                  <a:pt x="2388286" y="0"/>
                </a:lnTo>
                <a:cubicBezTo>
                  <a:pt x="2492479" y="0"/>
                  <a:pt x="2576945" y="84466"/>
                  <a:pt x="2576945" y="188659"/>
                </a:cubicBezTo>
                <a:lnTo>
                  <a:pt x="2576945" y="2190096"/>
                </a:lnTo>
                <a:cubicBezTo>
                  <a:pt x="2576945" y="2294289"/>
                  <a:pt x="2492479" y="2378755"/>
                  <a:pt x="2388286" y="2378755"/>
                </a:cubicBezTo>
                <a:lnTo>
                  <a:pt x="188659" y="2378755"/>
                </a:lnTo>
                <a:cubicBezTo>
                  <a:pt x="84466" y="2378755"/>
                  <a:pt x="0" y="2294289"/>
                  <a:pt x="0" y="2190096"/>
                </a:cubicBezTo>
                <a:lnTo>
                  <a:pt x="0" y="188659"/>
                </a:lnTo>
                <a:cubicBezTo>
                  <a:pt x="0" y="84466"/>
                  <a:pt x="84466" y="0"/>
                  <a:pt x="188659" y="0"/>
                </a:cubicBezTo>
                <a:close/>
              </a:path>
            </a:pathLst>
          </a:custGeom>
          <a:solidFill>
            <a:schemeClr val="bg1">
              <a:lumMod val="85000"/>
            </a:schemeClr>
          </a:solidFill>
        </p:spPr>
        <p:txBody>
          <a:bodyPr wrap="square">
            <a:noAutofit/>
          </a:bodyPr>
          <a:lstStyle/>
          <a:p>
            <a:endParaRPr lang="en-ID"/>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5849257" y="1281617"/>
            <a:ext cx="5718856" cy="4499429"/>
          </a:xfrm>
          <a:prstGeom prst="roundRect">
            <a:avLst>
              <a:gd name="adj" fmla="val 7122"/>
            </a:avLst>
          </a:prstGeom>
          <a:solidFill>
            <a:schemeClr val="bg1">
              <a:lumMod val="85000"/>
            </a:schemeClr>
          </a:solidFill>
        </p:spPr>
        <p:txBody>
          <a:bodyPr wrap="square">
            <a:noAutofit/>
          </a:bodyPr>
          <a:lstStyle/>
          <a:p>
            <a:endParaRPr lang="en-ID"/>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6000" y="476320"/>
            <a:ext cx="10800000" cy="792000"/>
          </a:xfrm>
        </p:spPr>
        <p:txBody>
          <a:bodyPr lIns="0" tIns="0" rIns="0" bIns="0" anchor="t" anchorCtr="0"/>
          <a:lstStyle>
            <a:lvl1pPr algn="l" fontAlgn="base">
              <a:defRPr sz="3200">
                <a:solidFill>
                  <a:schemeClr val="tx1">
                    <a:lumMod val="85000"/>
                    <a:lumOff val="15000"/>
                  </a:schemeClr>
                </a:solidFill>
                <a:latin typeface="+mj-ea"/>
                <a:ea typeface="+mj-ea"/>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cstate="print">
            <a:extLst>
              <a:ext uri="{28A0092B-C50C-407E-A947-70E740481C1C}">
                <a14:useLocalDpi xmlns:a14="http://schemas.microsoft.com/office/drawing/2010/main" val="0"/>
              </a:ext>
            </a:extLst>
          </a:blip>
          <a:srcRect t="103" b="103"/>
          <a:stretch>
            <a:fillRect/>
          </a:stretch>
        </p:blipFill>
        <p:spPr>
          <a:xfrm>
            <a:off x="0" y="0"/>
            <a:ext cx="12192000" cy="6858000"/>
          </a:xfrm>
          <a:prstGeom prst="rect">
            <a:avLst/>
          </a:prstGeom>
        </p:spPr>
      </p:pic>
      <p:sp>
        <p:nvSpPr>
          <p:cNvPr id="28" name="矩形 27"/>
          <p:cNvSpPr/>
          <p:nvPr userDrawn="1"/>
        </p:nvSpPr>
        <p:spPr>
          <a:xfrm>
            <a:off x="0" y="0"/>
            <a:ext cx="12192000" cy="6858000"/>
          </a:xfrm>
          <a:prstGeom prst="rect">
            <a:avLst/>
          </a:prstGeom>
          <a:solidFill>
            <a:schemeClr val="tx1">
              <a:alpha val="4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pic>
        <p:nvPicPr>
          <p:cNvPr id="9" name="图片 8"/>
          <p:cNvPicPr>
            <a:picLocks noChangeAspect="1"/>
          </p:cNvPicPr>
          <p:nvPr userDrawn="1"/>
        </p:nvPicPr>
        <p:blipFill rotWithShape="1">
          <a:blip r:embed="rId2">
            <a:duotone>
              <a:schemeClr val="bg2">
                <a:shade val="45000"/>
                <a:satMod val="135000"/>
              </a:schemeClr>
              <a:prstClr val="white"/>
            </a:duotone>
            <a:extLst>
              <a:ext uri="{BEBA8EAE-BF5A-486C-A8C5-ECC9F3942E4B}">
                <a14:imgProps xmlns:a14="http://schemas.microsoft.com/office/drawing/2010/main">
                  <a14:imgLayer r:embed="rId3">
                    <a14:imgEffect>
                      <a14:colorTemperature colorTemp="4700"/>
                    </a14:imgEffect>
                    <a14:imgEffect>
                      <a14:saturation sat="0"/>
                    </a14:imgEffect>
                    <a14:imgEffect>
                      <a14:sharpenSoften amount="30000"/>
                    </a14:imgEffect>
                  </a14:imgLayer>
                </a14:imgProps>
              </a:ext>
            </a:extLst>
          </a:blip>
          <a:srcRect l="26998" t="42" r="9020" b="36079"/>
          <a:stretch>
            <a:fillRect/>
          </a:stretch>
        </p:blipFill>
        <p:spPr>
          <a:xfrm>
            <a:off x="-25844" y="-116114"/>
            <a:ext cx="12229352" cy="6984000"/>
          </a:xfrm>
          <a:prstGeom prst="rect">
            <a:avLst/>
          </a:prstGeom>
          <a:solidFill>
            <a:schemeClr val="accent1"/>
          </a:solidFill>
          <a:effectLst/>
        </p:spPr>
      </p:pic>
      <p:sp>
        <p:nvSpPr>
          <p:cNvPr id="2" name="矩形 1"/>
          <p:cNvSpPr/>
          <p:nvPr userDrawn="1"/>
        </p:nvSpPr>
        <p:spPr>
          <a:xfrm>
            <a:off x="-18676" y="-116114"/>
            <a:ext cx="12229352" cy="698400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3" Type="http://schemas.openxmlformats.org/officeDocument/2006/relationships/theme" Target="../theme/theme1.xml"/><Relationship Id="rId32" Type="http://schemas.openxmlformats.org/officeDocument/2006/relationships/vmlDrawing" Target="../drawings/vmlDrawing1.vml"/><Relationship Id="rId31" Type="http://schemas.openxmlformats.org/officeDocument/2006/relationships/image" Target="../media/image19.jpeg"/><Relationship Id="rId30" Type="http://schemas.openxmlformats.org/officeDocument/2006/relationships/image" Target="../media/image18.emf"/><Relationship Id="rId3" Type="http://schemas.openxmlformats.org/officeDocument/2006/relationships/slideLayout" Target="../slideLayouts/slideLayout3.xml"/><Relationship Id="rId29" Type="http://schemas.openxmlformats.org/officeDocument/2006/relationships/oleObject" Target="../embeddings/oleObject1.bin"/><Relationship Id="rId28" Type="http://schemas.openxmlformats.org/officeDocument/2006/relationships/tags" Target="../tags/tag1.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36.xml"/><Relationship Id="rId8" Type="http://schemas.openxmlformats.org/officeDocument/2006/relationships/slideLayout" Target="../slideLayouts/slideLayout35.xml"/><Relationship Id="rId7" Type="http://schemas.openxmlformats.org/officeDocument/2006/relationships/slideLayout" Target="../slideLayouts/slideLayout34.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 Id="rId3" Type="http://schemas.openxmlformats.org/officeDocument/2006/relationships/slideLayout" Target="../slideLayouts/slideLayout30.xml"/><Relationship Id="rId21" Type="http://schemas.openxmlformats.org/officeDocument/2006/relationships/theme" Target="../theme/theme2.xml"/><Relationship Id="rId20" Type="http://schemas.openxmlformats.org/officeDocument/2006/relationships/image" Target="../media/image28.png"/><Relationship Id="rId2" Type="http://schemas.openxmlformats.org/officeDocument/2006/relationships/slideLayout" Target="../slideLayouts/slideLayout29.xml"/><Relationship Id="rId19" Type="http://schemas.openxmlformats.org/officeDocument/2006/relationships/image" Target="../media/image27.png"/><Relationship Id="rId18" Type="http://schemas.openxmlformats.org/officeDocument/2006/relationships/image" Target="../media/image26.png"/><Relationship Id="rId17" Type="http://schemas.openxmlformats.org/officeDocument/2006/relationships/image" Target="../media/image25.png"/><Relationship Id="rId16" Type="http://schemas.openxmlformats.org/officeDocument/2006/relationships/slideLayout" Target="../slideLayouts/slideLayout43.xml"/><Relationship Id="rId15" Type="http://schemas.openxmlformats.org/officeDocument/2006/relationships/slideLayout" Target="../slideLayouts/slideLayout42.xml"/><Relationship Id="rId14" Type="http://schemas.openxmlformats.org/officeDocument/2006/relationships/slideLayout" Target="../slideLayouts/slideLayout41.xml"/><Relationship Id="rId13" Type="http://schemas.openxmlformats.org/officeDocument/2006/relationships/slideLayout" Target="../slideLayouts/slideLayout40.xml"/><Relationship Id="rId12" Type="http://schemas.openxmlformats.org/officeDocument/2006/relationships/slideLayout" Target="../slideLayouts/slideLayout39.xml"/><Relationship Id="rId11" Type="http://schemas.openxmlformats.org/officeDocument/2006/relationships/slideLayout" Target="../slideLayouts/slideLayout38.xml"/><Relationship Id="rId10" Type="http://schemas.openxmlformats.org/officeDocument/2006/relationships/slideLayout" Target="../slideLayouts/slideLayout37.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28"/>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29" imgW="5715" imgH="5715" progId="TCLayout.ActiveDocument.1">
                  <p:embed/>
                </p:oleObj>
              </mc:Choice>
              <mc:Fallback>
                <p:oleObj name="think-cell 幻灯片" r:id="rId29" imgW="5715" imgH="5715" progId="TCLayout.ActiveDocument.1">
                  <p:embed/>
                  <p:pic>
                    <p:nvPicPr>
                      <p:cNvPr id="0" name="图片 1"/>
                      <p:cNvPicPr/>
                      <p:nvPr/>
                    </p:nvPicPr>
                    <p:blipFill>
                      <a:blip r:embed="rId30"/>
                      <a:stretch>
                        <a:fillRect/>
                      </a:stretch>
                    </p:blipFill>
                    <p:spPr>
                      <a:xfrm>
                        <a:off x="1588" y="1588"/>
                        <a:ext cx="1588" cy="1588"/>
                      </a:xfrm>
                      <a:prstGeom prst="rect">
                        <a:avLst/>
                      </a:prstGeom>
                    </p:spPr>
                  </p:pic>
                </p:oleObj>
              </mc:Fallback>
            </mc:AlternateContent>
          </a:graphicData>
        </a:graphic>
      </p:graphicFrame>
      <p:sp>
        <p:nvSpPr>
          <p:cNvPr id="3"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GB"/>
          </a:p>
        </p:txBody>
      </p:sp>
      <p:sp>
        <p:nvSpPr>
          <p:cNvPr id="4"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5"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6"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权限：非公开</a:t>
            </a:r>
            <a:endParaRPr lang="zh-CN" altLang="en-US"/>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C181FD-C806-49F6-AFC3-3939ABF9F11F}" type="slidenum">
              <a:rPr lang="zh-CN" altLang="en-US" smtClean="0"/>
            </a:fld>
            <a:endParaRPr lang="zh-CN" altLang="en-US"/>
          </a:p>
        </p:txBody>
      </p:sp>
      <p:pic>
        <p:nvPicPr>
          <p:cNvPr id="17" name="图片 16" descr="A color chart with different shades of colors&#10;&#10;AI 生成的内容可能不正确。"/>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12192000" y="0"/>
            <a:ext cx="1996361" cy="411671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212C3C"/>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923026"/>
            <a:ext cx="10515600" cy="5253937"/>
          </a:xfrm>
          <a:prstGeom prst="rect">
            <a:avLst/>
          </a:prstGeom>
        </p:spPr>
        <p:txBody>
          <a:bodyPr vert="horz" lIns="91440" tIns="45720" rIns="91440" bIns="45720" rtlCol="0">
            <a:normAutofit/>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
        <p:nvSpPr>
          <p:cNvPr id="8" name="Date Placeholder 3"/>
          <p:cNvSpPr>
            <a:spLocks noGrp="1"/>
          </p:cNvSpPr>
          <p:nvPr>
            <p:ph type="dt" sz="half" idx="2"/>
          </p:nvPr>
        </p:nvSpPr>
        <p:spPr>
          <a:xfrm>
            <a:off x="5410200" y="6356349"/>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90AE510E-1D87-4DEA-927B-646DBA74B99E}" type="datetime1">
              <a:rPr lang="zh-CN" altLang="en-US" smtClean="0"/>
            </a:fld>
            <a:endParaRPr lang="zh-CN" altLang="en-US" dirty="0"/>
          </a:p>
        </p:txBody>
      </p:sp>
      <p:sp>
        <p:nvSpPr>
          <p:cNvPr id="9" name="Footer Placeholder 4"/>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r>
              <a:rPr lang="zh-CN" altLang="en-US"/>
              <a:t>保密级别：公开</a:t>
            </a:r>
            <a:endParaRPr lang="zh-CN" altLang="en-US" dirty="0"/>
          </a:p>
        </p:txBody>
      </p:sp>
      <p:sp>
        <p:nvSpPr>
          <p:cNvPr id="1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ctr">
              <a:defRPr sz="900">
                <a:solidFill>
                  <a:srgbClr val="F2F2F2"/>
                </a:solidFill>
                <a:latin typeface="思源黑体 CN Light" panose="020B0300000000000000" pitchFamily="34" charset="-122"/>
                <a:ea typeface="思源黑体 CN Light" panose="020B0300000000000000" pitchFamily="34" charset="-122"/>
              </a:defRPr>
            </a:lvl1pPr>
          </a:lstStyle>
          <a:p>
            <a:fld id="{B12E33E1-9AF2-45A8-BB07-EBD06F9F463D}" type="slidenum">
              <a:rPr lang="zh-CN" altLang="en-US" smtClean="0"/>
            </a:fld>
            <a:endParaRPr lang="zh-CN" altLang="en-US" dirty="0"/>
          </a:p>
        </p:txBody>
      </p:sp>
      <p:pic>
        <p:nvPicPr>
          <p:cNvPr id="17" name="Picture 16"/>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762011" y="156755"/>
            <a:ext cx="1183577" cy="328342"/>
          </a:xfrm>
          <a:prstGeom prst="rect">
            <a:avLst/>
          </a:prstGeom>
        </p:spPr>
      </p:pic>
      <p:pic>
        <p:nvPicPr>
          <p:cNvPr id="4" name="Picture 3"/>
          <p:cNvPicPr>
            <a:picLocks noChangeAspect="1"/>
          </p:cNvPicPr>
          <p:nvPr userDrawn="1"/>
        </p:nvPicPr>
        <p:blipFill rotWithShape="1">
          <a:blip r:embed="rId18"/>
          <a:srcRect r="51857"/>
          <a:stretch>
            <a:fillRect/>
          </a:stretch>
        </p:blipFill>
        <p:spPr>
          <a:xfrm>
            <a:off x="12268199" y="845759"/>
            <a:ext cx="645885" cy="2624617"/>
          </a:xfrm>
          <a:prstGeom prst="rect">
            <a:avLst/>
          </a:prstGeom>
        </p:spPr>
      </p:pic>
      <p:pic>
        <p:nvPicPr>
          <p:cNvPr id="5" name="Picture 4"/>
          <p:cNvPicPr>
            <a:picLocks noChangeAspect="1"/>
          </p:cNvPicPr>
          <p:nvPr userDrawn="1"/>
        </p:nvPicPr>
        <p:blipFill rotWithShape="1">
          <a:blip r:embed="rId19"/>
          <a:srcRect l="5882" r="6865" b="1552"/>
          <a:stretch>
            <a:fillRect/>
          </a:stretch>
        </p:blipFill>
        <p:spPr>
          <a:xfrm>
            <a:off x="12268200" y="3545283"/>
            <a:ext cx="645885" cy="2765008"/>
          </a:xfrm>
          <a:prstGeom prst="rect">
            <a:avLst/>
          </a:prstGeom>
        </p:spPr>
      </p:pic>
      <p:pic>
        <p:nvPicPr>
          <p:cNvPr id="6" name="Picture 5"/>
          <p:cNvPicPr>
            <a:picLocks noChangeAspect="1"/>
          </p:cNvPicPr>
          <p:nvPr userDrawn="1"/>
        </p:nvPicPr>
        <p:blipFill>
          <a:blip r:embed="rId20"/>
          <a:stretch>
            <a:fillRect/>
          </a:stretch>
        </p:blipFill>
        <p:spPr>
          <a:xfrm>
            <a:off x="12338041" y="532094"/>
            <a:ext cx="506199" cy="288479"/>
          </a:xfrm>
          <a:prstGeom prst="rect">
            <a:avLst/>
          </a:prstGeom>
        </p:spPr>
      </p:pic>
      <p:sp>
        <p:nvSpPr>
          <p:cNvPr id="7" name="Title Placeholder 1"/>
          <p:cNvSpPr>
            <a:spLocks noGrp="1"/>
          </p:cNvSpPr>
          <p:nvPr>
            <p:ph type="title"/>
          </p:nvPr>
        </p:nvSpPr>
        <p:spPr>
          <a:xfrm>
            <a:off x="838201" y="278704"/>
            <a:ext cx="6477000" cy="454908"/>
          </a:xfrm>
          <a:prstGeom prst="rect">
            <a:avLst/>
          </a:prstGeom>
        </p:spPr>
        <p:txBody>
          <a:bodyPr vert="horz" lIns="91440" tIns="45720" rIns="91440" bIns="45720" rtlCol="0" anchor="ctr">
            <a:noAutofit/>
          </a:bodyPr>
          <a:lstStyle/>
          <a:p>
            <a:r>
              <a:rPr lang="en-US" altLang="zh-CN" dirty="0"/>
              <a:t>Click to edit Master title style</a:t>
            </a:r>
            <a:endParaRPr lang="zh-CN" altLang="en-US" dirty="0"/>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Lst>
  <p:hf hdr="0"/>
  <p:txStyles>
    <p:titleStyle>
      <a:lvl1pPr algn="l" defTabSz="914400" rtl="0" eaLnBrk="1" latinLnBrk="0" hangingPunct="1">
        <a:lnSpc>
          <a:spcPct val="90000"/>
        </a:lnSpc>
        <a:spcBef>
          <a:spcPct val="0"/>
        </a:spcBef>
        <a:buNone/>
        <a:defRPr sz="3200" kern="1200">
          <a:solidFill>
            <a:srgbClr val="F2F2F2"/>
          </a:solidFill>
          <a:latin typeface="思源黑体 CN Bold" panose="020B0800000000000000" pitchFamily="34" charset="-122"/>
          <a:ea typeface="思源黑体 CN Bold" panose="020B0800000000000000"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F2F2F2"/>
          </a:solidFill>
          <a:latin typeface="思源黑体 CN Normal" panose="020B0400000000000000" pitchFamily="34" charset="-122"/>
          <a:ea typeface="思源黑体 CN Normal" panose="020B04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F2F2F2"/>
          </a:solidFill>
          <a:latin typeface="思源黑体 CN Normal" panose="020B0400000000000000" pitchFamily="34" charset="-122"/>
          <a:ea typeface="思源黑体 CN Normal" panose="020B04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rgbClr val="F2F2F2"/>
          </a:solidFill>
          <a:latin typeface="思源黑体 CN Normal" panose="020B0400000000000000" pitchFamily="34" charset="-122"/>
          <a:ea typeface="思源黑体 CN Normal"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F2F2F2"/>
          </a:solidFill>
          <a:latin typeface="思源黑体 CN Normal" panose="020B0400000000000000" pitchFamily="34" charset="-122"/>
          <a:ea typeface="思源黑体 CN Normal" panose="020B04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F2F2F2"/>
          </a:solidFill>
          <a:latin typeface="思源黑体 CN Normal" panose="020B0400000000000000" pitchFamily="34" charset="-122"/>
          <a:ea typeface="思源黑体 CN Normal" panose="020B04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tags" Target="../tags/tag6.xml"/><Relationship Id="rId7" Type="http://schemas.openxmlformats.org/officeDocument/2006/relationships/image" Target="../media/image35.svg"/><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 Id="rId3" Type="http://schemas.openxmlformats.org/officeDocument/2006/relationships/image" Target="../media/image31.svg"/><Relationship Id="rId2" Type="http://schemas.openxmlformats.org/officeDocument/2006/relationships/image" Target="../media/image30.png"/><Relationship Id="rId12" Type="http://schemas.openxmlformats.org/officeDocument/2006/relationships/notesSlide" Target="../notesSlides/notesSlide1.xml"/><Relationship Id="rId11" Type="http://schemas.openxmlformats.org/officeDocument/2006/relationships/slideLayout" Target="../slideLayouts/slideLayout31.xml"/><Relationship Id="rId10" Type="http://schemas.openxmlformats.org/officeDocument/2006/relationships/tags" Target="../tags/tag7.xml"/><Relationship Id="rId1" Type="http://schemas.openxmlformats.org/officeDocument/2006/relationships/image" Target="../media/image2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9" Type="http://schemas.openxmlformats.org/officeDocument/2006/relationships/image" Target="../media/image35.svg"/><Relationship Id="rId8" Type="http://schemas.openxmlformats.org/officeDocument/2006/relationships/image" Target="../media/image34.png"/><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image" Target="../media/image31.svg"/><Relationship Id="rId3" Type="http://schemas.openxmlformats.org/officeDocument/2006/relationships/image" Target="../media/image30.png"/><Relationship Id="rId2" Type="http://schemas.openxmlformats.org/officeDocument/2006/relationships/tags" Target="../tags/tag8.xml"/><Relationship Id="rId18" Type="http://schemas.openxmlformats.org/officeDocument/2006/relationships/notesSlide" Target="../notesSlides/notesSlide2.xml"/><Relationship Id="rId17" Type="http://schemas.openxmlformats.org/officeDocument/2006/relationships/slideLayout" Target="../slideLayouts/slideLayout31.xml"/><Relationship Id="rId16" Type="http://schemas.openxmlformats.org/officeDocument/2006/relationships/tags" Target="../tags/tag15.xml"/><Relationship Id="rId15" Type="http://schemas.openxmlformats.org/officeDocument/2006/relationships/image" Target="../media/image36.png"/><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image" Target="../media/image33.svg"/><Relationship Id="rId11" Type="http://schemas.openxmlformats.org/officeDocument/2006/relationships/image" Target="../media/image32.png"/><Relationship Id="rId10" Type="http://schemas.openxmlformats.org/officeDocument/2006/relationships/tags" Target="../tags/tag12.xml"/><Relationship Id="rId1" Type="http://schemas.openxmlformats.org/officeDocument/2006/relationships/image" Target="../media/image29.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7.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38.png"/><Relationship Id="rId2" Type="http://www.wps.cn/officeDocument/2018/webExtension" Target="../webExtensions/webExtension1.xml" TargetMode="External"/><Relationship Id="rId1" Type="http://www.wps.cn/officeDocument/2018/webExtension" Target="../webExtensions/webExtension1.xml"/></Relationships>
</file>

<file path=ppt/slides/_rels/slide7.xml.rels><?xml version="1.0" encoding="UTF-8" standalone="yes"?>
<Relationships xmlns="http://schemas.openxmlformats.org/package/2006/relationships"><Relationship Id="rId9" Type="http://schemas.openxmlformats.org/officeDocument/2006/relationships/image" Target="../media/image40.png"/><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image" Target="../media/image36.png"/><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image" Target="../media/image39.png"/><Relationship Id="rId2" Type="http://schemas.openxmlformats.org/officeDocument/2006/relationships/tags" Target="../tags/tag16.xml"/><Relationship Id="rId15" Type="http://schemas.openxmlformats.org/officeDocument/2006/relationships/notesSlide" Target="../notesSlides/notesSlide3.xml"/><Relationship Id="rId14" Type="http://schemas.openxmlformats.org/officeDocument/2006/relationships/slideLayout" Target="../slideLayouts/slideLayout31.xml"/><Relationship Id="rId13" Type="http://schemas.openxmlformats.org/officeDocument/2006/relationships/image" Target="../media/image41.png"/><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image" Target="../media/image2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image" Target="../media/image36.png"/><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image" Target="../media/image39.png"/><Relationship Id="rId2" Type="http://schemas.openxmlformats.org/officeDocument/2006/relationships/tags" Target="../tags/tag24.xml"/><Relationship Id="rId15" Type="http://schemas.openxmlformats.org/officeDocument/2006/relationships/notesSlide" Target="../notesSlides/notesSlide4.xml"/><Relationship Id="rId14" Type="http://schemas.openxmlformats.org/officeDocument/2006/relationships/slideLayout" Target="../slideLayouts/slideLayout31.xml"/><Relationship Id="rId13" Type="http://schemas.openxmlformats.org/officeDocument/2006/relationships/tags" Target="../tags/tag31.xml"/><Relationship Id="rId12" Type="http://schemas.openxmlformats.org/officeDocument/2006/relationships/image" Target="../media/image40.png"/><Relationship Id="rId11" Type="http://schemas.openxmlformats.org/officeDocument/2006/relationships/tags" Target="../tags/tag30.xml"/><Relationship Id="rId10" Type="http://schemas.openxmlformats.org/officeDocument/2006/relationships/image" Target="../media/image41.png"/><Relationship Id="rId1"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29.xml"/><Relationship Id="rId7" Type="http://schemas.openxmlformats.org/officeDocument/2006/relationships/image" Target="../media/image51.png"/><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29.xml"/><Relationship Id="rId6" Type="http://schemas.openxmlformats.org/officeDocument/2006/relationships/image" Target="../media/image54.png"/><Relationship Id="rId5" Type="http://schemas.microsoft.com/office/2007/relationships/media" Target="../media/media1.mp4"/><Relationship Id="rId4" Type="http://schemas.openxmlformats.org/officeDocument/2006/relationships/video" Target="../media/media1.mp4"/><Relationship Id="rId3" Type="http://schemas.microsoft.com/office/2007/relationships/hdphoto" Target="../media/image53.wdp"/><Relationship Id="rId2" Type="http://schemas.openxmlformats.org/officeDocument/2006/relationships/image" Target="../media/image52.png"/><Relationship Id="rId1" Type="http://schemas.openxmlformats.org/officeDocument/2006/relationships/tags" Target="../tags/tag3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56.png"/><Relationship Id="rId1" Type="http://schemas.openxmlformats.org/officeDocument/2006/relationships/image" Target="../media/image5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58.png"/><Relationship Id="rId1" Type="http://schemas.openxmlformats.org/officeDocument/2006/relationships/image" Target="../media/image5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60.png"/><Relationship Id="rId1" Type="http://schemas.openxmlformats.org/officeDocument/2006/relationships/image" Target="../media/image5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1411605"/>
            <a:ext cx="7546340" cy="2132330"/>
          </a:xfrm>
        </p:spPr>
        <p:txBody>
          <a:bodyPr>
            <a:normAutofit/>
          </a:bodyPr>
          <a:lstStyle/>
          <a:p>
            <a:r>
              <a:rPr lang="zh-CN" altLang="en-US" dirty="0"/>
              <a:t>梨树制氢绿电直联项目</a:t>
            </a:r>
            <a:br>
              <a:rPr lang="zh-CN" altLang="en-US" dirty="0"/>
            </a:br>
            <a:r>
              <a:rPr lang="zh-CN" altLang="en-US" dirty="0"/>
              <a:t>储能配置建议</a:t>
            </a:r>
            <a:endParaRPr lang="zh-CN" altLang="en-US" dirty="0"/>
          </a:p>
        </p:txBody>
      </p:sp>
      <p:sp>
        <p:nvSpPr>
          <p:cNvPr id="3" name="副标题 2"/>
          <p:cNvSpPr>
            <a:spLocks noGrp="1"/>
          </p:cNvSpPr>
          <p:nvPr>
            <p:ph type="subTitle" idx="1"/>
          </p:nvPr>
        </p:nvSpPr>
        <p:spPr>
          <a:xfrm>
            <a:off x="101600" y="3622675"/>
            <a:ext cx="6563360" cy="1933575"/>
          </a:xfrm>
        </p:spPr>
        <p:txBody>
          <a:bodyPr>
            <a:normAutofit/>
          </a:bodyPr>
          <a:lstStyle/>
          <a:p>
            <a:endParaRPr lang="zh-CN" altLang="en-US"/>
          </a:p>
          <a:p>
            <a:r>
              <a:rPr lang="zh-CN" altLang="en-US"/>
              <a:t>上海融和元储能源有限公司</a:t>
            </a:r>
            <a:endParaRPr lang="zh-CN" altLang="en-US"/>
          </a:p>
          <a:p>
            <a:r>
              <a:rPr lang="zh-CN" altLang="en-US"/>
              <a:t>顾蓓蓓</a:t>
            </a:r>
            <a:endParaRPr lang="zh-CN" altLang="en-US"/>
          </a:p>
          <a:p>
            <a:r>
              <a:rPr lang="en-US" altLang="zh-CN">
                <a:latin typeface="+mn-ea"/>
                <a:cs typeface="+mn-ea"/>
              </a:rPr>
              <a:t>2025</a:t>
            </a:r>
            <a:r>
              <a:rPr lang="zh-CN" altLang="en-US">
                <a:latin typeface="+mn-ea"/>
                <a:cs typeface="+mn-ea"/>
              </a:rPr>
              <a:t>年</a:t>
            </a:r>
            <a:r>
              <a:rPr lang="en-US" altLang="zh-CN">
                <a:latin typeface="+mn-ea"/>
                <a:cs typeface="+mn-ea"/>
              </a:rPr>
              <a:t>11</a:t>
            </a:r>
            <a:r>
              <a:rPr lang="zh-CN" altLang="en-US">
                <a:latin typeface="+mn-ea"/>
                <a:cs typeface="+mn-ea"/>
              </a:rPr>
              <a:t>月</a:t>
            </a:r>
            <a:endParaRPr lang="zh-CN" altLang="en-US">
              <a:latin typeface="+mn-ea"/>
              <a:cs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7" name="Rectangle 56"/>
          <p:cNvSpPr/>
          <p:nvPr/>
        </p:nvSpPr>
        <p:spPr>
          <a:xfrm>
            <a:off x="6082665" y="1486534"/>
            <a:ext cx="2990850"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
        <p:nvSpPr>
          <p:cNvPr id="60" name="Rectangle 59"/>
          <p:cNvSpPr/>
          <p:nvPr/>
        </p:nvSpPr>
        <p:spPr>
          <a:xfrm>
            <a:off x="1270" y="877570"/>
            <a:ext cx="3057525" cy="5295265"/>
          </a:xfrm>
          <a:prstGeom prst="rect">
            <a:avLst/>
          </a:prstGeom>
          <a:solidFill>
            <a:srgbClr val="00A8E4">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
        <p:nvSpPr>
          <p:cNvPr id="58" name="Rectangle 57"/>
          <p:cNvSpPr/>
          <p:nvPr/>
        </p:nvSpPr>
        <p:spPr>
          <a:xfrm>
            <a:off x="3070913" y="1485900"/>
            <a:ext cx="2999423"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
        <p:nvSpPr>
          <p:cNvPr id="59" name="Rectangle 58"/>
          <p:cNvSpPr/>
          <p:nvPr/>
        </p:nvSpPr>
        <p:spPr>
          <a:xfrm>
            <a:off x="9085580" y="1486535"/>
            <a:ext cx="3103245"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grpSp>
        <p:nvGrpSpPr>
          <p:cNvPr id="3" name="组合 2"/>
          <p:cNvGrpSpPr/>
          <p:nvPr/>
        </p:nvGrpSpPr>
        <p:grpSpPr>
          <a:xfrm>
            <a:off x="233680" y="1485900"/>
            <a:ext cx="2455545" cy="1582420"/>
            <a:chOff x="428" y="6708"/>
            <a:chExt cx="3867" cy="2492"/>
          </a:xfrm>
        </p:grpSpPr>
        <p:pic>
          <p:nvPicPr>
            <p:cNvPr id="49" name="Graphic 4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8" y="6708"/>
              <a:ext cx="1350" cy="1350"/>
            </a:xfrm>
            <a:prstGeom prst="rect">
              <a:avLst/>
            </a:prstGeom>
          </p:spPr>
        </p:pic>
        <p:sp>
          <p:nvSpPr>
            <p:cNvPr id="66" name="TextBox 65"/>
            <p:cNvSpPr txBox="1"/>
            <p:nvPr/>
          </p:nvSpPr>
          <p:spPr>
            <a:xfrm>
              <a:off x="428" y="8499"/>
              <a:ext cx="3867" cy="701"/>
            </a:xfrm>
            <a:prstGeom prst="rect">
              <a:avLst/>
            </a:prstGeom>
            <a:noFill/>
          </p:spPr>
          <p:txBody>
            <a:bodyPr wrap="square" rtlCol="0">
              <a:spAutoFit/>
            </a:bodyPr>
            <a:lstStyle/>
            <a:p>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项目</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背景</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grpSp>
      <p:grpSp>
        <p:nvGrpSpPr>
          <p:cNvPr id="13" name="组合 12"/>
          <p:cNvGrpSpPr/>
          <p:nvPr/>
        </p:nvGrpSpPr>
        <p:grpSpPr>
          <a:xfrm>
            <a:off x="9085580" y="4077970"/>
            <a:ext cx="2992755" cy="1638935"/>
            <a:chOff x="14308" y="6422"/>
            <a:chExt cx="4713" cy="2581"/>
          </a:xfrm>
        </p:grpSpPr>
        <p:pic>
          <p:nvPicPr>
            <p:cNvPr id="51" name="Graphic 5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649" y="6422"/>
              <a:ext cx="1486" cy="1486"/>
            </a:xfrm>
            <a:prstGeom prst="rect">
              <a:avLst/>
            </a:prstGeom>
          </p:spPr>
        </p:pic>
        <p:sp>
          <p:nvSpPr>
            <p:cNvPr id="68" name="TextBox 67"/>
            <p:cNvSpPr txBox="1"/>
            <p:nvPr/>
          </p:nvSpPr>
          <p:spPr>
            <a:xfrm>
              <a:off x="14308" y="8302"/>
              <a:ext cx="4713" cy="701"/>
            </a:xfrm>
            <a:prstGeom prst="rect">
              <a:avLst/>
            </a:prstGeom>
            <a:noFill/>
          </p:spPr>
          <p:txBody>
            <a:bodyPr wrap="square" rtlCol="0">
              <a:spAutoFit/>
            </a:bodyPr>
            <a:lstStyle/>
            <a:p>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安全</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专篇</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grpSp>
      <p:sp>
        <p:nvSpPr>
          <p:cNvPr id="9" name="TextBox 63"/>
          <p:cNvSpPr txBox="1"/>
          <p:nvPr/>
        </p:nvSpPr>
        <p:spPr>
          <a:xfrm>
            <a:off x="233680" y="3538220"/>
            <a:ext cx="2527300" cy="337185"/>
          </a:xfrm>
          <a:prstGeom prst="rect">
            <a:avLst/>
          </a:prstGeom>
          <a:noFill/>
        </p:spPr>
        <p:txBody>
          <a:bodyPr wrap="square" rtlCol="0">
            <a:spAutoFit/>
          </a:bodyPr>
          <a:lstStyle/>
          <a:p>
            <a:pPr>
              <a:lnSpc>
                <a:spcPct val="100000"/>
              </a:lnSpc>
            </a:pPr>
            <a:endParaRPr lang="zh-CN" altLang="en-US" sz="1600" dirty="0">
              <a:solidFill>
                <a:schemeClr val="bg1"/>
              </a:solidFill>
              <a:latin typeface="思源黑体 CN Bold" panose="020B0800000000000000" pitchFamily="34" charset="-122"/>
              <a:ea typeface="思源黑体 CN Bold" panose="020B0800000000000000" pitchFamily="34" charset="-122"/>
              <a:sym typeface="+mn-ea"/>
            </a:endParaRPr>
          </a:p>
        </p:txBody>
      </p:sp>
      <p:grpSp>
        <p:nvGrpSpPr>
          <p:cNvPr id="12" name="组合 11"/>
          <p:cNvGrpSpPr/>
          <p:nvPr/>
        </p:nvGrpSpPr>
        <p:grpSpPr>
          <a:xfrm>
            <a:off x="6095365" y="4077970"/>
            <a:ext cx="2976880" cy="1992630"/>
            <a:chOff x="9599" y="6422"/>
            <a:chExt cx="4688" cy="3138"/>
          </a:xfrm>
        </p:grpSpPr>
        <p:sp>
          <p:nvSpPr>
            <p:cNvPr id="67" name="TextBox 66"/>
            <p:cNvSpPr txBox="1"/>
            <p:nvPr/>
          </p:nvSpPr>
          <p:spPr>
            <a:xfrm>
              <a:off x="9599" y="8302"/>
              <a:ext cx="4688" cy="1258"/>
            </a:xfrm>
            <a:prstGeom prst="rect">
              <a:avLst/>
            </a:prstGeom>
            <a:noFill/>
          </p:spPr>
          <p:txBody>
            <a:bodyPr wrap="square" rtlCol="0">
              <a:spAutoFit/>
            </a:bodyPr>
            <a:lstStyle/>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储能配置</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建议</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及经济</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测算</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pic>
          <p:nvPicPr>
            <p:cNvPr id="10" name="Graphic 5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48" y="6422"/>
              <a:ext cx="1259" cy="1259"/>
            </a:xfrm>
            <a:prstGeom prst="rect">
              <a:avLst/>
            </a:prstGeom>
          </p:spPr>
        </p:pic>
      </p:grpSp>
      <p:grpSp>
        <p:nvGrpSpPr>
          <p:cNvPr id="11" name="组合 10"/>
          <p:cNvGrpSpPr/>
          <p:nvPr/>
        </p:nvGrpSpPr>
        <p:grpSpPr>
          <a:xfrm>
            <a:off x="3070860" y="4077970"/>
            <a:ext cx="2999105" cy="1992630"/>
            <a:chOff x="4836" y="6422"/>
            <a:chExt cx="4723" cy="3138"/>
          </a:xfrm>
        </p:grpSpPr>
        <p:pic>
          <p:nvPicPr>
            <p:cNvPr id="5" name="Graphic 49"/>
            <p:cNvPicPr>
              <a:picLocks noChangeAspect="1"/>
            </p:cNvPicPr>
            <p:nvPr>
              <p:custDataLst>
                <p:tags r:id="rId8"/>
              </p:custDataLst>
            </p:nvPr>
          </p:nvPicPr>
          <p:blipFill>
            <a:blip r:embed="rId9" cstate="print">
              <a:extLst>
                <a:ext uri="{28A0092B-C50C-407E-A947-70E740481C1C}">
                  <a14:useLocalDpi xmlns:a14="http://schemas.microsoft.com/office/drawing/2010/main" val="0"/>
                </a:ext>
              </a:extLst>
            </a:blip>
            <a:stretch>
              <a:fillRect/>
            </a:stretch>
          </p:blipFill>
          <p:spPr>
            <a:xfrm>
              <a:off x="4960" y="6422"/>
              <a:ext cx="1547" cy="1547"/>
            </a:xfrm>
            <a:prstGeom prst="rect">
              <a:avLst/>
            </a:prstGeom>
          </p:spPr>
        </p:pic>
        <p:sp>
          <p:nvSpPr>
            <p:cNvPr id="6" name="TextBox 62"/>
            <p:cNvSpPr txBox="1"/>
            <p:nvPr>
              <p:custDataLst>
                <p:tags r:id="rId10"/>
              </p:custDataLst>
            </p:nvPr>
          </p:nvSpPr>
          <p:spPr>
            <a:xfrm>
              <a:off x="4836" y="8302"/>
              <a:ext cx="4723" cy="1258"/>
            </a:xfrm>
            <a:prstGeom prst="rect">
              <a:avLst/>
            </a:prstGeom>
            <a:noFill/>
          </p:spPr>
          <p:txBody>
            <a:bodyPr wrap="square" rtlCol="0">
              <a:spAutoFit/>
            </a:bodyPr>
            <a:lstStyle/>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储能配置</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削峰</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示例</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rgbClr val="080808"/>
                </a:solidFill>
              </a:rPr>
              <a:t>项目背景介绍</a:t>
            </a:r>
            <a:endParaRPr lang="zh-CN" altLang="en-US" dirty="0">
              <a:solidFill>
                <a:srgbClr val="080808"/>
              </a:solidFill>
            </a:endParaRPr>
          </a:p>
        </p:txBody>
      </p:sp>
      <p:sp>
        <p:nvSpPr>
          <p:cNvPr id="4" name="文本框 3"/>
          <p:cNvSpPr txBox="1"/>
          <p:nvPr/>
        </p:nvSpPr>
        <p:spPr>
          <a:xfrm>
            <a:off x="451485" y="1513840"/>
            <a:ext cx="11213465" cy="4661535"/>
          </a:xfrm>
          <a:prstGeom prst="rect">
            <a:avLst/>
          </a:prstGeom>
          <a:noFill/>
        </p:spPr>
        <p:txBody>
          <a:bodyPr wrap="square" rtlCol="0">
            <a:spAutoFit/>
          </a:bodyPr>
          <a:p>
            <a:pPr indent="0" fontAlgn="auto">
              <a:lnSpc>
                <a:spcPct val="150000"/>
              </a:lnSpc>
            </a:pPr>
            <a:r>
              <a:rPr lang="zh-CN" altLang="en-US" b="1">
                <a:solidFill>
                  <a:srgbClr val="080808"/>
                </a:solidFill>
                <a:latin typeface="仿宋" panose="02010609060101010101" charset="-122"/>
                <a:ea typeface="仿宋" panose="02010609060101010101" charset="-122"/>
              </a:rPr>
              <a:t>项目名称：</a:t>
            </a:r>
            <a:r>
              <a:rPr lang="zh-CN" altLang="en-US">
                <a:solidFill>
                  <a:srgbClr val="080808"/>
                </a:solidFill>
                <a:latin typeface="仿宋" panose="02010609060101010101" charset="-122"/>
                <a:ea typeface="仿宋" panose="02010609060101010101" charset="-122"/>
              </a:rPr>
              <a:t>梨树制氢绿电直联项目（分散式风电）</a:t>
            </a:r>
            <a:endParaRPr lang="zh-CN" altLang="en-US">
              <a:solidFill>
                <a:srgbClr val="080808"/>
              </a:solidFill>
              <a:latin typeface="仿宋" panose="02010609060101010101" charset="-122"/>
              <a:ea typeface="仿宋" panose="02010609060101010101" charset="-122"/>
            </a:endParaRPr>
          </a:p>
          <a:p>
            <a:pPr indent="0" fontAlgn="auto">
              <a:lnSpc>
                <a:spcPct val="150000"/>
              </a:lnSpc>
            </a:pPr>
            <a:r>
              <a:rPr lang="zh-CN" altLang="en-US" b="1">
                <a:solidFill>
                  <a:srgbClr val="080808"/>
                </a:solidFill>
                <a:latin typeface="仿宋" panose="02010609060101010101" charset="-122"/>
                <a:ea typeface="仿宋" panose="02010609060101010101" charset="-122"/>
              </a:rPr>
              <a:t>风电装机规模及接入电压等级：</a:t>
            </a:r>
            <a:r>
              <a:rPr lang="zh-CN" altLang="en-US">
                <a:solidFill>
                  <a:srgbClr val="080808"/>
                </a:solidFill>
                <a:latin typeface="仿宋" panose="02010609060101010101" charset="-122"/>
                <a:ea typeface="仿宋" panose="02010609060101010101" charset="-122"/>
              </a:rPr>
              <a:t>（</a:t>
            </a:r>
            <a:r>
              <a:rPr lang="en-US" altLang="zh-CN">
                <a:solidFill>
                  <a:srgbClr val="080808"/>
                </a:solidFill>
                <a:latin typeface="仿宋" panose="02010609060101010101" charset="-122"/>
                <a:ea typeface="仿宋" panose="02010609060101010101" charset="-122"/>
              </a:rPr>
              <a:t>1</a:t>
            </a:r>
            <a:r>
              <a:rPr lang="zh-CN" altLang="en-US">
                <a:solidFill>
                  <a:srgbClr val="080808"/>
                </a:solidFill>
                <a:latin typeface="仿宋" panose="02010609060101010101" charset="-122"/>
                <a:ea typeface="仿宋" panose="02010609060101010101" charset="-122"/>
              </a:rPr>
              <a:t>）风电装机规模</a:t>
            </a:r>
            <a:r>
              <a:rPr lang="en-US" altLang="zh-CN">
                <a:solidFill>
                  <a:srgbClr val="080808"/>
                </a:solidFill>
                <a:latin typeface="仿宋" panose="02010609060101010101" charset="-122"/>
                <a:ea typeface="仿宋" panose="02010609060101010101" charset="-122"/>
              </a:rPr>
              <a:t>300MW</a:t>
            </a:r>
            <a:r>
              <a:rPr lang="zh-CN" altLang="en-US">
                <a:solidFill>
                  <a:srgbClr val="080808"/>
                </a:solidFill>
                <a:latin typeface="仿宋" panose="02010609060101010101" charset="-122"/>
                <a:ea typeface="仿宋" panose="02010609060101010101" charset="-122"/>
              </a:rPr>
              <a:t>，两段母线接入，装机规模分别为</a:t>
            </a:r>
            <a:r>
              <a:rPr lang="en-US" altLang="zh-CN">
                <a:solidFill>
                  <a:srgbClr val="080808"/>
                </a:solidFill>
                <a:latin typeface="仿宋" panose="02010609060101010101" charset="-122"/>
                <a:ea typeface="仿宋" panose="02010609060101010101" charset="-122"/>
              </a:rPr>
              <a:t>150MW</a:t>
            </a:r>
            <a:r>
              <a:rPr lang="zh-CN" altLang="en-US">
                <a:solidFill>
                  <a:srgbClr val="080808"/>
                </a:solidFill>
                <a:latin typeface="仿宋" panose="02010609060101010101" charset="-122"/>
                <a:ea typeface="仿宋" panose="02010609060101010101" charset="-122"/>
              </a:rPr>
              <a:t>；（</a:t>
            </a:r>
            <a:r>
              <a:rPr lang="en-US" altLang="zh-CN">
                <a:solidFill>
                  <a:srgbClr val="080808"/>
                </a:solidFill>
                <a:latin typeface="仿宋" panose="02010609060101010101" charset="-122"/>
                <a:ea typeface="仿宋" panose="02010609060101010101" charset="-122"/>
              </a:rPr>
              <a:t>2</a:t>
            </a:r>
            <a:r>
              <a:rPr lang="zh-CN" altLang="en-US">
                <a:solidFill>
                  <a:srgbClr val="080808"/>
                </a:solidFill>
                <a:latin typeface="仿宋" panose="02010609060101010101" charset="-122"/>
                <a:ea typeface="仿宋" panose="02010609060101010101" charset="-122"/>
              </a:rPr>
              <a:t>）接入电压等级</a:t>
            </a:r>
            <a:r>
              <a:rPr lang="en-US" altLang="zh-CN">
                <a:solidFill>
                  <a:srgbClr val="080808"/>
                </a:solidFill>
                <a:latin typeface="仿宋" panose="02010609060101010101" charset="-122"/>
                <a:ea typeface="仿宋" panose="02010609060101010101" charset="-122"/>
              </a:rPr>
              <a:t>35kV</a:t>
            </a:r>
            <a:endParaRPr lang="zh-CN" altLang="en-US">
              <a:solidFill>
                <a:srgbClr val="080808"/>
              </a:solidFill>
              <a:latin typeface="仿宋" panose="02010609060101010101" charset="-122"/>
              <a:ea typeface="仿宋" panose="02010609060101010101" charset="-122"/>
            </a:endParaRPr>
          </a:p>
          <a:p>
            <a:pPr indent="0" fontAlgn="auto">
              <a:lnSpc>
                <a:spcPct val="150000"/>
              </a:lnSpc>
            </a:pPr>
            <a:r>
              <a:rPr lang="zh-CN" altLang="en-US" b="1">
                <a:solidFill>
                  <a:srgbClr val="080808"/>
                </a:solidFill>
                <a:latin typeface="仿宋" panose="02010609060101010101" charset="-122"/>
                <a:ea typeface="仿宋" panose="02010609060101010101" charset="-122"/>
              </a:rPr>
              <a:t>电力消纳方式：</a:t>
            </a:r>
            <a:r>
              <a:rPr lang="zh-CN" altLang="en-US">
                <a:solidFill>
                  <a:srgbClr val="080808"/>
                </a:solidFill>
                <a:latin typeface="仿宋" panose="02010609060101010101" charset="-122"/>
                <a:ea typeface="仿宋" panose="02010609060101010101" charset="-122"/>
              </a:rPr>
              <a:t>（</a:t>
            </a:r>
            <a:r>
              <a:rPr lang="en-US" altLang="zh-CN">
                <a:solidFill>
                  <a:srgbClr val="080808"/>
                </a:solidFill>
                <a:latin typeface="仿宋" panose="02010609060101010101" charset="-122"/>
                <a:ea typeface="仿宋" panose="02010609060101010101" charset="-122"/>
              </a:rPr>
              <a:t>1</a:t>
            </a:r>
            <a:r>
              <a:rPr lang="zh-CN" altLang="en-US">
                <a:solidFill>
                  <a:srgbClr val="080808"/>
                </a:solidFill>
                <a:latin typeface="仿宋" panose="02010609060101010101" charset="-122"/>
                <a:ea typeface="仿宋" panose="02010609060101010101" charset="-122"/>
              </a:rPr>
              <a:t>）风电所发新能源电由梨树制氢项目优先消纳，余电上网参与市场化电力交易。若产生用电缺口，由大网下电。（</a:t>
            </a:r>
            <a:r>
              <a:rPr lang="en-US" altLang="zh-CN">
                <a:solidFill>
                  <a:srgbClr val="080808"/>
                </a:solidFill>
                <a:latin typeface="仿宋" panose="02010609060101010101" charset="-122"/>
                <a:ea typeface="仿宋" panose="02010609060101010101" charset="-122"/>
              </a:rPr>
              <a:t>2</a:t>
            </a:r>
            <a:r>
              <a:rPr lang="zh-CN" altLang="en-US">
                <a:solidFill>
                  <a:srgbClr val="080808"/>
                </a:solidFill>
                <a:latin typeface="仿宋" panose="02010609060101010101" charset="-122"/>
                <a:ea typeface="仿宋" panose="02010609060101010101" charset="-122"/>
              </a:rPr>
              <a:t>）因本项目用电负荷及风电出力波动较为显著，从大网下电频次较高。</a:t>
            </a:r>
            <a:endParaRPr lang="zh-CN" altLang="en-US">
              <a:solidFill>
                <a:srgbClr val="080808"/>
              </a:solidFill>
              <a:latin typeface="仿宋" panose="02010609060101010101" charset="-122"/>
              <a:ea typeface="仿宋" panose="02010609060101010101" charset="-122"/>
            </a:endParaRPr>
          </a:p>
          <a:p>
            <a:pPr indent="0" fontAlgn="auto">
              <a:lnSpc>
                <a:spcPct val="150000"/>
              </a:lnSpc>
            </a:pPr>
            <a:r>
              <a:rPr lang="zh-CN" altLang="en-US" b="1">
                <a:solidFill>
                  <a:srgbClr val="080808"/>
                </a:solidFill>
                <a:latin typeface="仿宋" panose="02010609060101010101" charset="-122"/>
                <a:ea typeface="仿宋" panose="02010609060101010101" charset="-122"/>
              </a:rPr>
              <a:t>供电结构：</a:t>
            </a:r>
            <a:r>
              <a:rPr lang="en-US" altLang="zh-CN">
                <a:solidFill>
                  <a:srgbClr val="080808"/>
                </a:solidFill>
                <a:latin typeface="仿宋" panose="02010609060101010101" charset="-122"/>
                <a:ea typeface="仿宋" panose="02010609060101010101" charset="-122"/>
              </a:rPr>
              <a:t>220kV</a:t>
            </a:r>
            <a:r>
              <a:rPr lang="zh-CN" altLang="en-US">
                <a:solidFill>
                  <a:srgbClr val="080808"/>
                </a:solidFill>
                <a:latin typeface="仿宋" panose="02010609060101010101" charset="-122"/>
                <a:ea typeface="仿宋" panose="02010609060101010101" charset="-122"/>
              </a:rPr>
              <a:t>电源进线，原计划的配置两台</a:t>
            </a:r>
            <a:r>
              <a:rPr lang="en-US" altLang="zh-CN">
                <a:solidFill>
                  <a:srgbClr val="080808"/>
                </a:solidFill>
                <a:latin typeface="仿宋" panose="02010609060101010101" charset="-122"/>
                <a:ea typeface="仿宋" panose="02010609060101010101" charset="-122"/>
              </a:rPr>
              <a:t>63MVA 220kV/35kV</a:t>
            </a:r>
            <a:r>
              <a:rPr lang="zh-CN" altLang="en-US">
                <a:solidFill>
                  <a:srgbClr val="080808"/>
                </a:solidFill>
                <a:latin typeface="仿宋" panose="02010609060101010101" charset="-122"/>
                <a:ea typeface="仿宋" panose="02010609060101010101" charset="-122"/>
              </a:rPr>
              <a:t>变压器，现计划调整为</a:t>
            </a:r>
            <a:r>
              <a:rPr lang="en-US" altLang="zh-CN">
                <a:solidFill>
                  <a:srgbClr val="080808"/>
                </a:solidFill>
                <a:latin typeface="仿宋" panose="02010609060101010101" charset="-122"/>
                <a:ea typeface="仿宋" panose="02010609060101010101" charset="-122"/>
              </a:rPr>
              <a:t>2</a:t>
            </a:r>
            <a:r>
              <a:rPr lang="zh-CN" altLang="en-US">
                <a:solidFill>
                  <a:srgbClr val="080808"/>
                </a:solidFill>
                <a:latin typeface="仿宋" panose="02010609060101010101" charset="-122"/>
                <a:ea typeface="仿宋" panose="02010609060101010101" charset="-122"/>
              </a:rPr>
              <a:t>台</a:t>
            </a:r>
            <a:r>
              <a:rPr lang="en-US" altLang="zh-CN">
                <a:solidFill>
                  <a:srgbClr val="080808"/>
                </a:solidFill>
                <a:latin typeface="仿宋" panose="02010609060101010101" charset="-122"/>
                <a:ea typeface="仿宋" panose="02010609060101010101" charset="-122"/>
              </a:rPr>
              <a:t>50MVA</a:t>
            </a:r>
            <a:r>
              <a:rPr lang="zh-CN" altLang="en-US">
                <a:solidFill>
                  <a:srgbClr val="080808"/>
                </a:solidFill>
                <a:latin typeface="仿宋" panose="02010609060101010101" charset="-122"/>
                <a:ea typeface="仿宋" panose="02010609060101010101" charset="-122"/>
              </a:rPr>
              <a:t>变压器。</a:t>
            </a:r>
            <a:endParaRPr lang="zh-CN" altLang="en-US">
              <a:solidFill>
                <a:srgbClr val="080808"/>
              </a:solidFill>
              <a:latin typeface="仿宋" panose="02010609060101010101" charset="-122"/>
              <a:ea typeface="仿宋" panose="02010609060101010101" charset="-122"/>
            </a:endParaRPr>
          </a:p>
          <a:p>
            <a:pPr indent="0" fontAlgn="auto">
              <a:lnSpc>
                <a:spcPct val="150000"/>
              </a:lnSpc>
            </a:pPr>
            <a:r>
              <a:rPr lang="zh-CN" altLang="en-US" b="1">
                <a:solidFill>
                  <a:srgbClr val="080808"/>
                </a:solidFill>
                <a:latin typeface="仿宋" panose="02010609060101010101" charset="-122"/>
                <a:ea typeface="仿宋" panose="02010609060101010101" charset="-122"/>
              </a:rPr>
              <a:t>核心诉求：</a:t>
            </a:r>
            <a:r>
              <a:rPr lang="zh-CN" altLang="en-US">
                <a:solidFill>
                  <a:srgbClr val="080808"/>
                </a:solidFill>
                <a:latin typeface="仿宋" panose="02010609060101010101" charset="-122"/>
                <a:ea typeface="仿宋" panose="02010609060101010101" charset="-122"/>
              </a:rPr>
              <a:t>根据《关于完善价格机制促进新能源发电就近消纳的通知发改价格》【</a:t>
            </a:r>
            <a:r>
              <a:rPr lang="en-US" altLang="zh-CN">
                <a:solidFill>
                  <a:srgbClr val="080808"/>
                </a:solidFill>
                <a:latin typeface="仿宋" panose="02010609060101010101" charset="-122"/>
                <a:ea typeface="仿宋" panose="02010609060101010101" charset="-122"/>
              </a:rPr>
              <a:t>2025</a:t>
            </a:r>
            <a:r>
              <a:rPr lang="zh-CN" altLang="en-US">
                <a:solidFill>
                  <a:srgbClr val="080808"/>
                </a:solidFill>
                <a:latin typeface="仿宋" panose="02010609060101010101" charset="-122"/>
                <a:ea typeface="仿宋" panose="02010609060101010101" charset="-122"/>
              </a:rPr>
              <a:t>】</a:t>
            </a:r>
            <a:r>
              <a:rPr lang="en-US" altLang="zh-CN">
                <a:solidFill>
                  <a:srgbClr val="080808"/>
                </a:solidFill>
                <a:latin typeface="仿宋" panose="02010609060101010101" charset="-122"/>
                <a:ea typeface="仿宋" panose="02010609060101010101" charset="-122"/>
              </a:rPr>
              <a:t>1192</a:t>
            </a:r>
            <a:r>
              <a:rPr lang="zh-CN" altLang="en-US">
                <a:solidFill>
                  <a:srgbClr val="080808"/>
                </a:solidFill>
                <a:latin typeface="仿宋" panose="02010609060101010101" charset="-122"/>
                <a:ea typeface="仿宋" panose="02010609060101010101" charset="-122"/>
              </a:rPr>
              <a:t>号文项目容（需）量电费缴纳要求，在保障项目安全稳定用电的前提下优化降低变压器容量，降低容量电费缴纳金额。</a:t>
            </a:r>
            <a:endParaRPr lang="zh-CN" altLang="en-US">
              <a:solidFill>
                <a:srgbClr val="080808"/>
              </a:solidFill>
              <a:latin typeface="仿宋" panose="02010609060101010101" charset="-122"/>
              <a:ea typeface="仿宋" panose="02010609060101010101" charset="-122"/>
            </a:endParaRPr>
          </a:p>
          <a:p>
            <a:pPr indent="0" fontAlgn="auto">
              <a:lnSpc>
                <a:spcPct val="150000"/>
              </a:lnSpc>
            </a:pPr>
            <a:r>
              <a:rPr lang="zh-CN" altLang="en-US" b="1">
                <a:solidFill>
                  <a:srgbClr val="080808"/>
                </a:solidFill>
                <a:latin typeface="仿宋" panose="02010609060101010101" charset="-122"/>
                <a:ea typeface="仿宋" panose="02010609060101010101" charset="-122"/>
              </a:rPr>
              <a:t>储能配置思路：</a:t>
            </a:r>
            <a:r>
              <a:rPr lang="zh-CN" altLang="en-US">
                <a:solidFill>
                  <a:srgbClr val="080808"/>
                </a:solidFill>
                <a:latin typeface="仿宋" panose="02010609060101010101" charset="-122"/>
                <a:ea typeface="仿宋" panose="02010609060101010101" charset="-122"/>
              </a:rPr>
              <a:t>通过配置储能，在风电出力</a:t>
            </a:r>
            <a:r>
              <a:rPr lang="en-US" altLang="zh-CN">
                <a:solidFill>
                  <a:srgbClr val="080808"/>
                </a:solidFill>
                <a:latin typeface="仿宋" panose="02010609060101010101" charset="-122"/>
                <a:ea typeface="仿宋" panose="02010609060101010101" charset="-122"/>
              </a:rPr>
              <a:t>&gt;</a:t>
            </a:r>
            <a:r>
              <a:rPr lang="zh-CN" altLang="en-US">
                <a:solidFill>
                  <a:srgbClr val="080808"/>
                </a:solidFill>
                <a:latin typeface="仿宋" panose="02010609060101010101" charset="-122"/>
                <a:ea typeface="仿宋" panose="02010609060101010101" charset="-122"/>
              </a:rPr>
              <a:t>用电负荷余电上网时，储能设备充电（充新能源电）；当风电出力</a:t>
            </a:r>
            <a:r>
              <a:rPr lang="en-US" altLang="zh-CN">
                <a:solidFill>
                  <a:srgbClr val="080808"/>
                </a:solidFill>
                <a:latin typeface="仿宋" panose="02010609060101010101" charset="-122"/>
                <a:ea typeface="仿宋" panose="02010609060101010101" charset="-122"/>
              </a:rPr>
              <a:t>&lt;</a:t>
            </a:r>
            <a:r>
              <a:rPr lang="zh-CN" altLang="en-US">
                <a:solidFill>
                  <a:srgbClr val="080808"/>
                </a:solidFill>
                <a:latin typeface="仿宋" panose="02010609060101010101" charset="-122"/>
                <a:ea typeface="仿宋" panose="02010609060101010101" charset="-122"/>
              </a:rPr>
              <a:t>用电负荷、且供电缺口</a:t>
            </a:r>
            <a:r>
              <a:rPr lang="en-US" altLang="zh-CN">
                <a:solidFill>
                  <a:srgbClr val="080808"/>
                </a:solidFill>
                <a:latin typeface="仿宋" panose="02010609060101010101" charset="-122"/>
                <a:ea typeface="仿宋" panose="02010609060101010101" charset="-122"/>
              </a:rPr>
              <a:t>&gt;</a:t>
            </a:r>
            <a:r>
              <a:rPr lang="zh-CN" altLang="en-US">
                <a:solidFill>
                  <a:srgbClr val="080808"/>
                </a:solidFill>
                <a:latin typeface="仿宋" panose="02010609060101010101" charset="-122"/>
                <a:ea typeface="仿宋" panose="02010609060101010101" charset="-122"/>
              </a:rPr>
              <a:t>变压器容量阈值时，储能设备放电进行削峰。通过上述方式实现：（</a:t>
            </a:r>
            <a:r>
              <a:rPr lang="en-US" altLang="zh-CN">
                <a:solidFill>
                  <a:srgbClr val="080808"/>
                </a:solidFill>
                <a:latin typeface="仿宋" panose="02010609060101010101" charset="-122"/>
                <a:ea typeface="仿宋" panose="02010609060101010101" charset="-122"/>
              </a:rPr>
              <a:t>1</a:t>
            </a:r>
            <a:r>
              <a:rPr lang="zh-CN" altLang="en-US">
                <a:solidFill>
                  <a:srgbClr val="080808"/>
                </a:solidFill>
                <a:latin typeface="仿宋" panose="02010609060101010101" charset="-122"/>
                <a:ea typeface="仿宋" panose="02010609060101010101" charset="-122"/>
              </a:rPr>
              <a:t>）降低项目变压器容量配置；（</a:t>
            </a:r>
            <a:r>
              <a:rPr lang="en-US" altLang="zh-CN">
                <a:solidFill>
                  <a:srgbClr val="080808"/>
                </a:solidFill>
                <a:latin typeface="仿宋" panose="02010609060101010101" charset="-122"/>
                <a:ea typeface="仿宋" panose="02010609060101010101" charset="-122"/>
              </a:rPr>
              <a:t>2</a:t>
            </a:r>
            <a:r>
              <a:rPr lang="zh-CN" altLang="en-US">
                <a:solidFill>
                  <a:srgbClr val="080808"/>
                </a:solidFill>
                <a:latin typeface="仿宋" panose="02010609060101010101" charset="-122"/>
                <a:ea typeface="仿宋" panose="02010609060101010101" charset="-122"/>
              </a:rPr>
              <a:t>）风电储能耦合，实现</a:t>
            </a:r>
            <a:r>
              <a:rPr lang="en-US" altLang="zh-CN">
                <a:solidFill>
                  <a:srgbClr val="080808"/>
                </a:solidFill>
                <a:latin typeface="仿宋" panose="02010609060101010101" charset="-122"/>
                <a:ea typeface="仿宋" panose="02010609060101010101" charset="-122"/>
              </a:rPr>
              <a:t>1+1&gt;2</a:t>
            </a:r>
            <a:endParaRPr lang="zh-CN" altLang="en-US">
              <a:solidFill>
                <a:srgbClr val="080808"/>
              </a:solidFill>
              <a:latin typeface="仿宋" panose="02010609060101010101" charset="-122"/>
              <a:ea typeface="仿宋" panose="0201060906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7" name="Rectangle 56"/>
          <p:cNvSpPr/>
          <p:nvPr/>
        </p:nvSpPr>
        <p:spPr>
          <a:xfrm>
            <a:off x="6082665" y="1486534"/>
            <a:ext cx="2990850"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0" name="Rectangle 59"/>
          <p:cNvSpPr/>
          <p:nvPr/>
        </p:nvSpPr>
        <p:spPr>
          <a:xfrm>
            <a:off x="3067050" y="877570"/>
            <a:ext cx="2999105" cy="5295265"/>
          </a:xfrm>
          <a:prstGeom prst="rect">
            <a:avLst/>
          </a:prstGeom>
          <a:solidFill>
            <a:srgbClr val="00A8E4">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8" name="Rectangle 57"/>
          <p:cNvSpPr/>
          <p:nvPr/>
        </p:nvSpPr>
        <p:spPr>
          <a:xfrm>
            <a:off x="0" y="1486535"/>
            <a:ext cx="3058531"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9" name="Rectangle 58"/>
          <p:cNvSpPr/>
          <p:nvPr/>
        </p:nvSpPr>
        <p:spPr>
          <a:xfrm>
            <a:off x="9085578" y="1486533"/>
            <a:ext cx="3106422"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TextBox 63"/>
          <p:cNvSpPr txBox="1"/>
          <p:nvPr/>
        </p:nvSpPr>
        <p:spPr>
          <a:xfrm>
            <a:off x="3213100" y="3233420"/>
            <a:ext cx="2527300" cy="337185"/>
          </a:xfrm>
          <a:prstGeom prst="rect">
            <a:avLst/>
          </a:prstGeom>
          <a:noFill/>
        </p:spPr>
        <p:txBody>
          <a:bodyPr wrap="square" rtlCol="0">
            <a:spAutoFit/>
          </a:bodyPr>
          <a:lstStyle/>
          <a:p>
            <a:pPr>
              <a:lnSpc>
                <a:spcPct val="100000"/>
              </a:lnSpc>
            </a:pPr>
            <a:endParaRPr lang="zh-CN" altLang="en-US" sz="1600" dirty="0">
              <a:solidFill>
                <a:schemeClr val="bg1"/>
              </a:solidFill>
              <a:latin typeface="思源黑体 CN Bold" panose="020B0800000000000000" pitchFamily="34" charset="-122"/>
              <a:ea typeface="思源黑体 CN Bold" panose="020B0800000000000000" pitchFamily="34" charset="-122"/>
              <a:sym typeface="+mn-ea"/>
            </a:endParaRPr>
          </a:p>
        </p:txBody>
      </p:sp>
      <p:grpSp>
        <p:nvGrpSpPr>
          <p:cNvPr id="17" name="组合 16"/>
          <p:cNvGrpSpPr/>
          <p:nvPr/>
        </p:nvGrpSpPr>
        <p:grpSpPr>
          <a:xfrm>
            <a:off x="67310" y="4077970"/>
            <a:ext cx="2992755" cy="1638935"/>
            <a:chOff x="106" y="6422"/>
            <a:chExt cx="4713" cy="2581"/>
          </a:xfrm>
        </p:grpSpPr>
        <p:pic>
          <p:nvPicPr>
            <p:cNvPr id="15" name="Graphic 48"/>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8" y="6422"/>
              <a:ext cx="1350" cy="1350"/>
            </a:xfrm>
            <a:prstGeom prst="rect">
              <a:avLst/>
            </a:prstGeom>
          </p:spPr>
        </p:pic>
        <p:sp>
          <p:nvSpPr>
            <p:cNvPr id="16" name="TextBox 65"/>
            <p:cNvSpPr txBox="1"/>
            <p:nvPr>
              <p:custDataLst>
                <p:tags r:id="rId5"/>
              </p:custDataLst>
            </p:nvPr>
          </p:nvSpPr>
          <p:spPr>
            <a:xfrm>
              <a:off x="106" y="8302"/>
              <a:ext cx="4713" cy="701"/>
            </a:xfrm>
            <a:prstGeom prst="rect">
              <a:avLst/>
            </a:prstGeom>
            <a:noFill/>
          </p:spPr>
          <p:txBody>
            <a:bodyPr wrap="square" rtlCol="0">
              <a:spAutoFit/>
            </a:bodyPr>
            <a:lstStyle/>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项目</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背景</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grpSp>
      <p:grpSp>
        <p:nvGrpSpPr>
          <p:cNvPr id="12" name="组合 11"/>
          <p:cNvGrpSpPr/>
          <p:nvPr/>
        </p:nvGrpSpPr>
        <p:grpSpPr>
          <a:xfrm>
            <a:off x="6095365" y="4077970"/>
            <a:ext cx="2976880" cy="1992630"/>
            <a:chOff x="9599" y="6422"/>
            <a:chExt cx="4688" cy="3138"/>
          </a:xfrm>
        </p:grpSpPr>
        <p:sp>
          <p:nvSpPr>
            <p:cNvPr id="6" name="TextBox 66"/>
            <p:cNvSpPr txBox="1"/>
            <p:nvPr>
              <p:custDataLst>
                <p:tags r:id="rId6"/>
              </p:custDataLst>
            </p:nvPr>
          </p:nvSpPr>
          <p:spPr>
            <a:xfrm>
              <a:off x="9599" y="8302"/>
              <a:ext cx="4688" cy="1258"/>
            </a:xfrm>
            <a:prstGeom prst="rect">
              <a:avLst/>
            </a:prstGeom>
            <a:noFill/>
          </p:spPr>
          <p:txBody>
            <a:bodyPr wrap="square" rtlCol="0">
              <a:spAutoFit/>
            </a:bodyPr>
            <a:lstStyle/>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储能配置</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建议</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及经济</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测算</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pic>
          <p:nvPicPr>
            <p:cNvPr id="7" name="Graphic 51"/>
            <p:cNvPicPr>
              <a:picLocks noChangeAspect="1"/>
            </p:cNvPicPr>
            <p:nvPr>
              <p:custDataLst>
                <p:tags r:id="rId7"/>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948" y="6422"/>
              <a:ext cx="1259" cy="1259"/>
            </a:xfrm>
            <a:prstGeom prst="rect">
              <a:avLst/>
            </a:prstGeom>
          </p:spPr>
        </p:pic>
      </p:grpSp>
      <p:grpSp>
        <p:nvGrpSpPr>
          <p:cNvPr id="13" name="组合 12"/>
          <p:cNvGrpSpPr/>
          <p:nvPr/>
        </p:nvGrpSpPr>
        <p:grpSpPr>
          <a:xfrm>
            <a:off x="9085580" y="4077970"/>
            <a:ext cx="2992755" cy="1638935"/>
            <a:chOff x="14308" y="6422"/>
            <a:chExt cx="4713" cy="2581"/>
          </a:xfrm>
        </p:grpSpPr>
        <p:pic>
          <p:nvPicPr>
            <p:cNvPr id="8" name="Graphic 50"/>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4649" y="6422"/>
              <a:ext cx="1486" cy="1486"/>
            </a:xfrm>
            <a:prstGeom prst="rect">
              <a:avLst/>
            </a:prstGeom>
          </p:spPr>
        </p:pic>
        <p:sp>
          <p:nvSpPr>
            <p:cNvPr id="9" name="TextBox 67"/>
            <p:cNvSpPr txBox="1"/>
            <p:nvPr>
              <p:custDataLst>
                <p:tags r:id="rId13"/>
              </p:custDataLst>
            </p:nvPr>
          </p:nvSpPr>
          <p:spPr>
            <a:xfrm>
              <a:off x="14308" y="8302"/>
              <a:ext cx="4713" cy="701"/>
            </a:xfrm>
            <a:prstGeom prst="rect">
              <a:avLst/>
            </a:prstGeom>
            <a:noFill/>
          </p:spPr>
          <p:txBody>
            <a:bodyPr wrap="square" rtlCol="0">
              <a:spAutoFit/>
            </a:bodyPr>
            <a:lstStyle/>
            <a:p>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安全</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专篇</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grpSp>
      <p:grpSp>
        <p:nvGrpSpPr>
          <p:cNvPr id="11" name="组合 10"/>
          <p:cNvGrpSpPr/>
          <p:nvPr/>
        </p:nvGrpSpPr>
        <p:grpSpPr>
          <a:xfrm>
            <a:off x="3070860" y="1486535"/>
            <a:ext cx="2999105" cy="1992630"/>
            <a:chOff x="4836" y="6422"/>
            <a:chExt cx="4723" cy="3138"/>
          </a:xfrm>
        </p:grpSpPr>
        <p:pic>
          <p:nvPicPr>
            <p:cNvPr id="14" name="Graphic 49"/>
            <p:cNvPicPr>
              <a:picLocks noChangeAspect="1"/>
            </p:cNvPicPr>
            <p:nvPr>
              <p:custDataLst>
                <p:tags r:id="rId14"/>
              </p:custDataLst>
            </p:nvPr>
          </p:nvPicPr>
          <p:blipFill>
            <a:blip r:embed="rId15" cstate="print">
              <a:extLst>
                <a:ext uri="{28A0092B-C50C-407E-A947-70E740481C1C}">
                  <a14:useLocalDpi xmlns:a14="http://schemas.microsoft.com/office/drawing/2010/main" val="0"/>
                </a:ext>
              </a:extLst>
            </a:blip>
            <a:stretch>
              <a:fillRect/>
            </a:stretch>
          </p:blipFill>
          <p:spPr>
            <a:xfrm>
              <a:off x="4960" y="6422"/>
              <a:ext cx="1547" cy="1547"/>
            </a:xfrm>
            <a:prstGeom prst="rect">
              <a:avLst/>
            </a:prstGeom>
          </p:spPr>
        </p:pic>
        <p:sp>
          <p:nvSpPr>
            <p:cNvPr id="18" name="TextBox 62"/>
            <p:cNvSpPr txBox="1"/>
            <p:nvPr>
              <p:custDataLst>
                <p:tags r:id="rId16"/>
              </p:custDataLst>
            </p:nvPr>
          </p:nvSpPr>
          <p:spPr>
            <a:xfrm>
              <a:off x="4836" y="8302"/>
              <a:ext cx="4723" cy="1258"/>
            </a:xfrm>
            <a:prstGeom prst="rect">
              <a:avLst/>
            </a:prstGeom>
            <a:noFill/>
          </p:spPr>
          <p:txBody>
            <a:bodyPr wrap="square" rtlCol="0">
              <a:spAutoFit/>
            </a:bodyPr>
            <a:lstStyle/>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储能</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配置</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削峰</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示例</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chemeClr val="tx2"/>
                </a:solidFill>
              </a:rPr>
              <a:t>储能配置削峰</a:t>
            </a:r>
            <a:r>
              <a:rPr lang="zh-CN" altLang="en-US" dirty="0">
                <a:solidFill>
                  <a:schemeClr val="tx2"/>
                </a:solidFill>
              </a:rPr>
              <a:t>示例</a:t>
            </a:r>
            <a:endParaRPr lang="zh-CN" altLang="en-US" dirty="0">
              <a:solidFill>
                <a:schemeClr val="tx2"/>
              </a:solidFill>
            </a:endParaRPr>
          </a:p>
        </p:txBody>
      </p:sp>
      <p:sp>
        <p:nvSpPr>
          <p:cNvPr id="4" name="文本框 3"/>
          <p:cNvSpPr txBox="1"/>
          <p:nvPr/>
        </p:nvSpPr>
        <p:spPr>
          <a:xfrm>
            <a:off x="8488680" y="1226185"/>
            <a:ext cx="3389630" cy="5015865"/>
          </a:xfrm>
          <a:prstGeom prst="rect">
            <a:avLst/>
          </a:prstGeom>
          <a:noFill/>
        </p:spPr>
        <p:txBody>
          <a:bodyPr wrap="square" rtlCol="0">
            <a:spAutoFit/>
          </a:bodyPr>
          <a:p>
            <a:pPr indent="0" fontAlgn="auto">
              <a:lnSpc>
                <a:spcPct val="125000"/>
              </a:lnSpc>
            </a:pPr>
            <a:r>
              <a:rPr lang="zh-CN" altLang="en-US" sz="1600" b="1">
                <a:solidFill>
                  <a:srgbClr val="080808"/>
                </a:solidFill>
                <a:latin typeface="仿宋" panose="02010609060101010101" charset="-122"/>
                <a:ea typeface="仿宋" panose="02010609060101010101" charset="-122"/>
                <a:cs typeface="仿宋" panose="02010609060101010101" charset="-122"/>
              </a:rPr>
              <a:t>以</a:t>
            </a:r>
            <a:r>
              <a:rPr lang="en-US" altLang="zh-CN" sz="1600" b="1">
                <a:solidFill>
                  <a:srgbClr val="080808"/>
                </a:solidFill>
                <a:latin typeface="仿宋" panose="02010609060101010101" charset="-122"/>
                <a:ea typeface="仿宋" panose="02010609060101010101" charset="-122"/>
                <a:cs typeface="仿宋" panose="02010609060101010101" charset="-122"/>
              </a:rPr>
              <a:t>1</a:t>
            </a:r>
            <a:r>
              <a:rPr lang="zh-CN" altLang="en-US" sz="1600" b="1">
                <a:solidFill>
                  <a:srgbClr val="080808"/>
                </a:solidFill>
                <a:latin typeface="仿宋" panose="02010609060101010101" charset="-122"/>
                <a:ea typeface="仿宋" panose="02010609060101010101" charset="-122"/>
                <a:cs typeface="仿宋" panose="02010609060101010101" charset="-122"/>
              </a:rPr>
              <a:t>月</a:t>
            </a:r>
            <a:r>
              <a:rPr lang="en-US" altLang="zh-CN" sz="1600" b="1">
                <a:solidFill>
                  <a:srgbClr val="080808"/>
                </a:solidFill>
                <a:latin typeface="仿宋" panose="02010609060101010101" charset="-122"/>
                <a:ea typeface="仿宋" panose="02010609060101010101" charset="-122"/>
                <a:cs typeface="仿宋" panose="02010609060101010101" charset="-122"/>
              </a:rPr>
              <a:t>22</a:t>
            </a:r>
            <a:r>
              <a:rPr lang="zh-CN" altLang="en-US" sz="1600" b="1">
                <a:solidFill>
                  <a:srgbClr val="080808"/>
                </a:solidFill>
                <a:latin typeface="仿宋" panose="02010609060101010101" charset="-122"/>
                <a:ea typeface="仿宋" panose="02010609060101010101" charset="-122"/>
                <a:cs typeface="仿宋" panose="02010609060101010101" charset="-122"/>
              </a:rPr>
              <a:t>日为例：</a:t>
            </a:r>
            <a:endParaRPr lang="zh-CN" altLang="en-US" sz="1600" b="1">
              <a:solidFill>
                <a:srgbClr val="080808"/>
              </a:solidFill>
              <a:latin typeface="仿宋" panose="02010609060101010101" charset="-122"/>
              <a:ea typeface="仿宋" panose="02010609060101010101" charset="-122"/>
              <a:cs typeface="仿宋" panose="02010609060101010101" charset="-122"/>
            </a:endParaRPr>
          </a:p>
          <a:p>
            <a:pPr indent="0" fontAlgn="auto">
              <a:lnSpc>
                <a:spcPct val="125000"/>
              </a:lnSpc>
            </a:pP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1</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0</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00-4</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00</a:t>
            </a:r>
            <a:r>
              <a:rPr lang="zh-CN" altLang="en-US" sz="1600">
                <a:solidFill>
                  <a:srgbClr val="080808"/>
                </a:solidFill>
                <a:latin typeface="仿宋" panose="02010609060101010101" charset="-122"/>
                <a:ea typeface="仿宋" panose="02010609060101010101" charset="-122"/>
                <a:cs typeface="仿宋" panose="02010609060101010101" charset="-122"/>
              </a:rPr>
              <a:t>期间，因制氢项目用电负荷高于风电出力负荷，需从电网下电以支持制氢项目稳定生产。用电缺口介于</a:t>
            </a:r>
            <a:r>
              <a:rPr lang="en-US" altLang="zh-CN" sz="1600">
                <a:solidFill>
                  <a:srgbClr val="080808"/>
                </a:solidFill>
                <a:latin typeface="仿宋" panose="02010609060101010101" charset="-122"/>
                <a:ea typeface="仿宋" panose="02010609060101010101" charset="-122"/>
                <a:cs typeface="仿宋" panose="02010609060101010101" charset="-122"/>
              </a:rPr>
              <a:t>42000-47000kW</a:t>
            </a:r>
            <a:r>
              <a:rPr lang="zh-CN" altLang="en-US" sz="1600">
                <a:solidFill>
                  <a:srgbClr val="080808"/>
                </a:solidFill>
                <a:latin typeface="仿宋" panose="02010609060101010101" charset="-122"/>
                <a:ea typeface="仿宋" panose="02010609060101010101" charset="-122"/>
                <a:cs typeface="仿宋" panose="02010609060101010101" charset="-122"/>
              </a:rPr>
              <a:t>之间，其中</a:t>
            </a:r>
            <a:r>
              <a:rPr lang="en-US" altLang="zh-CN" sz="1600">
                <a:solidFill>
                  <a:srgbClr val="080808"/>
                </a:solidFill>
                <a:latin typeface="仿宋" panose="02010609060101010101" charset="-122"/>
                <a:ea typeface="仿宋" panose="02010609060101010101" charset="-122"/>
                <a:cs typeface="仿宋" panose="02010609060101010101" charset="-122"/>
              </a:rPr>
              <a:t>0</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00-2</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00</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3</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00-4</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00</a:t>
            </a:r>
            <a:r>
              <a:rPr lang="zh-CN" altLang="en-US" sz="1600">
                <a:solidFill>
                  <a:srgbClr val="080808"/>
                </a:solidFill>
                <a:latin typeface="仿宋" panose="02010609060101010101" charset="-122"/>
                <a:ea typeface="仿宋" panose="02010609060101010101" charset="-122"/>
                <a:cs typeface="仿宋" panose="02010609060101010101" charset="-122"/>
              </a:rPr>
              <a:t>期间，</a:t>
            </a:r>
            <a:r>
              <a:rPr lang="zh-CN" altLang="en-US" sz="1600" b="1">
                <a:solidFill>
                  <a:srgbClr val="080808"/>
                </a:solidFill>
                <a:latin typeface="仿宋" panose="02010609060101010101" charset="-122"/>
                <a:ea typeface="仿宋" panose="02010609060101010101" charset="-122"/>
                <a:cs typeface="仿宋" panose="02010609060101010101" charset="-122"/>
              </a:rPr>
              <a:t>用电缺口超过变压器可用容量</a:t>
            </a:r>
            <a:r>
              <a:rPr lang="en-US" altLang="zh-CN" sz="1600" b="1">
                <a:solidFill>
                  <a:srgbClr val="080808"/>
                </a:solidFill>
                <a:latin typeface="仿宋" panose="02010609060101010101" charset="-122"/>
                <a:ea typeface="仿宋" panose="02010609060101010101" charset="-122"/>
                <a:cs typeface="仿宋" panose="02010609060101010101" charset="-122"/>
              </a:rPr>
              <a:t>43000kW</a:t>
            </a:r>
            <a:r>
              <a:rPr lang="zh-CN" altLang="en-US" sz="1600" b="1">
                <a:solidFill>
                  <a:srgbClr val="080808"/>
                </a:solidFill>
                <a:latin typeface="仿宋" panose="02010609060101010101" charset="-122"/>
                <a:ea typeface="仿宋" panose="02010609060101010101" charset="-122"/>
                <a:cs typeface="仿宋" panose="02010609060101010101" charset="-122"/>
              </a:rPr>
              <a:t>，需由储能放电保障支持项目用电</a:t>
            </a:r>
            <a:r>
              <a:rPr lang="zh-CN" altLang="en-US" sz="1600">
                <a:solidFill>
                  <a:srgbClr val="080808"/>
                </a:solidFill>
                <a:latin typeface="仿宋" panose="02010609060101010101" charset="-122"/>
                <a:ea typeface="仿宋" panose="02010609060101010101" charset="-122"/>
                <a:cs typeface="仿宋" panose="02010609060101010101" charset="-122"/>
              </a:rPr>
              <a:t>以预防大网下电负荷过大，超过变压器可承受范围。</a:t>
            </a:r>
            <a:endParaRPr lang="zh-CN" altLang="en-US" sz="1600">
              <a:solidFill>
                <a:srgbClr val="080808"/>
              </a:solidFill>
              <a:latin typeface="仿宋" panose="02010609060101010101" charset="-122"/>
              <a:ea typeface="仿宋" panose="02010609060101010101" charset="-122"/>
              <a:cs typeface="仿宋" panose="02010609060101010101" charset="-122"/>
            </a:endParaRPr>
          </a:p>
          <a:p>
            <a:pPr indent="0" fontAlgn="auto">
              <a:lnSpc>
                <a:spcPct val="125000"/>
              </a:lnSpc>
            </a:pP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2</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4</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00-10</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00</a:t>
            </a:r>
            <a:r>
              <a:rPr lang="zh-CN" altLang="en-US" sz="1600">
                <a:solidFill>
                  <a:srgbClr val="080808"/>
                </a:solidFill>
                <a:latin typeface="仿宋" panose="02010609060101010101" charset="-122"/>
                <a:ea typeface="仿宋" panose="02010609060101010101" charset="-122"/>
                <a:cs typeface="仿宋" panose="02010609060101010101" charset="-122"/>
              </a:rPr>
              <a:t>期间，</a:t>
            </a:r>
            <a:r>
              <a:rPr lang="zh-CN" altLang="en-US" sz="1600" b="1">
                <a:solidFill>
                  <a:srgbClr val="080808"/>
                </a:solidFill>
                <a:latin typeface="仿宋" panose="02010609060101010101" charset="-122"/>
                <a:ea typeface="仿宋" panose="02010609060101010101" charset="-122"/>
                <a:cs typeface="仿宋" panose="02010609060101010101" charset="-122"/>
              </a:rPr>
              <a:t>虽依然有用电缺口但缺口相对可控，在变压器可承受范围内，储能设备静置</a:t>
            </a:r>
            <a:r>
              <a:rPr lang="zh-CN" altLang="en-US" sz="1600">
                <a:solidFill>
                  <a:srgbClr val="080808"/>
                </a:solidFill>
                <a:latin typeface="仿宋" panose="02010609060101010101" charset="-122"/>
                <a:ea typeface="仿宋" panose="02010609060101010101" charset="-122"/>
                <a:cs typeface="仿宋" panose="02010609060101010101" charset="-122"/>
              </a:rPr>
              <a:t>；</a:t>
            </a:r>
            <a:endParaRPr lang="zh-CN" altLang="en-US" sz="1600">
              <a:solidFill>
                <a:srgbClr val="080808"/>
              </a:solidFill>
              <a:latin typeface="仿宋" panose="02010609060101010101" charset="-122"/>
              <a:ea typeface="仿宋" panose="02010609060101010101" charset="-122"/>
              <a:cs typeface="仿宋" panose="02010609060101010101" charset="-122"/>
            </a:endParaRPr>
          </a:p>
          <a:p>
            <a:pPr indent="0" fontAlgn="auto">
              <a:lnSpc>
                <a:spcPct val="125000"/>
              </a:lnSpc>
            </a:pP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3</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14</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00-18</a:t>
            </a:r>
            <a:r>
              <a:rPr lang="zh-CN" altLang="en-US" sz="1600">
                <a:solidFill>
                  <a:srgbClr val="080808"/>
                </a:solidFill>
                <a:latin typeface="仿宋" panose="02010609060101010101" charset="-122"/>
                <a:ea typeface="仿宋" panose="02010609060101010101" charset="-122"/>
                <a:cs typeface="仿宋" panose="02010609060101010101" charset="-122"/>
              </a:rPr>
              <a:t>：</a:t>
            </a:r>
            <a:r>
              <a:rPr lang="en-US" altLang="zh-CN" sz="1600">
                <a:solidFill>
                  <a:srgbClr val="080808"/>
                </a:solidFill>
                <a:latin typeface="仿宋" panose="02010609060101010101" charset="-122"/>
                <a:ea typeface="仿宋" panose="02010609060101010101" charset="-122"/>
                <a:cs typeface="仿宋" panose="02010609060101010101" charset="-122"/>
              </a:rPr>
              <a:t>00</a:t>
            </a:r>
            <a:r>
              <a:rPr lang="zh-CN" altLang="en-US" sz="1600">
                <a:solidFill>
                  <a:srgbClr val="080808"/>
                </a:solidFill>
                <a:latin typeface="仿宋" panose="02010609060101010101" charset="-122"/>
                <a:ea typeface="仿宋" panose="02010609060101010101" charset="-122"/>
                <a:cs typeface="仿宋" panose="02010609060101010101" charset="-122"/>
              </a:rPr>
              <a:t>期间，</a:t>
            </a:r>
            <a:r>
              <a:rPr lang="zh-CN" altLang="en-US" sz="1600" b="1">
                <a:solidFill>
                  <a:srgbClr val="080808"/>
                </a:solidFill>
                <a:latin typeface="仿宋" panose="02010609060101010101" charset="-122"/>
                <a:ea typeface="仿宋" panose="02010609060101010101" charset="-122"/>
                <a:cs typeface="仿宋" panose="02010609060101010101" charset="-122"/>
              </a:rPr>
              <a:t>风电出力产生余电，因当前储能</a:t>
            </a:r>
            <a:r>
              <a:rPr lang="en-US" altLang="zh-CN" sz="1600" b="1">
                <a:solidFill>
                  <a:srgbClr val="080808"/>
                </a:solidFill>
                <a:latin typeface="仿宋" panose="02010609060101010101" charset="-122"/>
                <a:ea typeface="仿宋" panose="02010609060101010101" charset="-122"/>
                <a:cs typeface="仿宋" panose="02010609060101010101" charset="-122"/>
              </a:rPr>
              <a:t>SOC</a:t>
            </a:r>
            <a:r>
              <a:rPr lang="zh-CN" altLang="en-US" sz="1600" b="1">
                <a:solidFill>
                  <a:srgbClr val="080808"/>
                </a:solidFill>
                <a:latin typeface="仿宋" panose="02010609060101010101" charset="-122"/>
                <a:ea typeface="仿宋" panose="02010609060101010101" charset="-122"/>
                <a:cs typeface="仿宋" panose="02010609060101010101" charset="-122"/>
              </a:rPr>
              <a:t>非</a:t>
            </a:r>
            <a:r>
              <a:rPr lang="en-US" altLang="zh-CN" sz="1600" b="1">
                <a:solidFill>
                  <a:srgbClr val="080808"/>
                </a:solidFill>
                <a:latin typeface="仿宋" panose="02010609060101010101" charset="-122"/>
                <a:ea typeface="仿宋" panose="02010609060101010101" charset="-122"/>
                <a:cs typeface="仿宋" panose="02010609060101010101" charset="-122"/>
              </a:rPr>
              <a:t>100%</a:t>
            </a:r>
            <a:r>
              <a:rPr lang="zh-CN" altLang="en-US" sz="1600" b="1">
                <a:solidFill>
                  <a:srgbClr val="080808"/>
                </a:solidFill>
                <a:latin typeface="仿宋" panose="02010609060101010101" charset="-122"/>
                <a:ea typeface="仿宋" panose="02010609060101010101" charset="-122"/>
                <a:cs typeface="仿宋" panose="02010609060101010101" charset="-122"/>
              </a:rPr>
              <a:t>，优先由储能充风电机组发出的余电</a:t>
            </a:r>
            <a:r>
              <a:rPr lang="zh-CN" altLang="en-US" sz="1600">
                <a:solidFill>
                  <a:srgbClr val="080808"/>
                </a:solidFill>
                <a:latin typeface="仿宋" panose="02010609060101010101" charset="-122"/>
                <a:ea typeface="仿宋" panose="02010609060101010101" charset="-122"/>
                <a:cs typeface="仿宋" panose="02010609060101010101" charset="-122"/>
              </a:rPr>
              <a:t>。</a:t>
            </a:r>
            <a:endParaRPr lang="zh-CN" altLang="en-US" sz="1600">
              <a:solidFill>
                <a:srgbClr val="080808"/>
              </a:solidFill>
              <a:latin typeface="仿宋" panose="02010609060101010101" charset="-122"/>
              <a:ea typeface="仿宋" panose="02010609060101010101" charset="-122"/>
              <a:cs typeface="仿宋" panose="02010609060101010101" charset="-122"/>
            </a:endParaRPr>
          </a:p>
        </p:txBody>
      </p:sp>
      <p:sp>
        <p:nvSpPr>
          <p:cNvPr id="5" name="文本框 4"/>
          <p:cNvSpPr txBox="1"/>
          <p:nvPr/>
        </p:nvSpPr>
        <p:spPr>
          <a:xfrm>
            <a:off x="301625" y="5731510"/>
            <a:ext cx="7406640" cy="583565"/>
          </a:xfrm>
          <a:prstGeom prst="rect">
            <a:avLst/>
          </a:prstGeom>
          <a:noFill/>
        </p:spPr>
        <p:txBody>
          <a:bodyPr wrap="square" rtlCol="0">
            <a:spAutoFit/>
          </a:bodyPr>
          <a:p>
            <a:r>
              <a:rPr lang="zh-CN" altLang="en-US" sz="1600" b="1">
                <a:solidFill>
                  <a:srgbClr val="080808"/>
                </a:solidFill>
                <a:latin typeface="仿宋" panose="02010609060101010101" charset="-122"/>
                <a:ea typeface="仿宋" panose="02010609060101010101" charset="-122"/>
                <a:cs typeface="仿宋" panose="02010609060101010101" charset="-122"/>
              </a:rPr>
              <a:t>注：</a:t>
            </a:r>
            <a:r>
              <a:rPr lang="en-US" altLang="zh-CN" sz="1600" b="1">
                <a:solidFill>
                  <a:srgbClr val="080808"/>
                </a:solidFill>
                <a:latin typeface="仿宋" panose="02010609060101010101" charset="-122"/>
                <a:ea typeface="仿宋" panose="02010609060101010101" charset="-122"/>
                <a:cs typeface="仿宋" panose="02010609060101010101" charset="-122"/>
              </a:rPr>
              <a:t>“</a:t>
            </a:r>
            <a:r>
              <a:rPr lang="zh-CN" altLang="en-US" sz="1600" b="1">
                <a:solidFill>
                  <a:srgbClr val="080808"/>
                </a:solidFill>
                <a:latin typeface="仿宋" panose="02010609060101010101" charset="-122"/>
                <a:ea typeface="仿宋" panose="02010609060101010101" charset="-122"/>
                <a:cs typeface="仿宋" panose="02010609060101010101" charset="-122"/>
              </a:rPr>
              <a:t>变压器超负载量</a:t>
            </a:r>
            <a:r>
              <a:rPr lang="en-US" altLang="zh-CN" sz="1600" b="1">
                <a:solidFill>
                  <a:srgbClr val="080808"/>
                </a:solidFill>
                <a:latin typeface="仿宋" panose="02010609060101010101" charset="-122"/>
                <a:ea typeface="仿宋" panose="02010609060101010101" charset="-122"/>
                <a:cs typeface="仿宋" panose="02010609060101010101" charset="-122"/>
              </a:rPr>
              <a:t>”</a:t>
            </a:r>
            <a:r>
              <a:rPr lang="zh-CN" altLang="en-US" sz="1600" b="1">
                <a:solidFill>
                  <a:srgbClr val="080808"/>
                </a:solidFill>
                <a:latin typeface="仿宋" panose="02010609060101010101" charset="-122"/>
                <a:ea typeface="仿宋" panose="02010609060101010101" charset="-122"/>
                <a:cs typeface="仿宋" panose="02010609060101010101" charset="-122"/>
              </a:rPr>
              <a:t>对应列如为负意为变压器容量上有富余，如为正意为变压器有下电超容风险。</a:t>
            </a:r>
            <a:endParaRPr lang="zh-CN" altLang="en-US" sz="1600" b="1">
              <a:solidFill>
                <a:srgbClr val="080808"/>
              </a:solidFill>
              <a:latin typeface="仿宋" panose="02010609060101010101" charset="-122"/>
              <a:ea typeface="仿宋" panose="02010609060101010101" charset="-122"/>
              <a:cs typeface="仿宋" panose="02010609060101010101" charset="-122"/>
            </a:endParaRPr>
          </a:p>
        </p:txBody>
      </p:sp>
      <p:pic>
        <p:nvPicPr>
          <p:cNvPr id="7" name="图片 6"/>
          <p:cNvPicPr>
            <a:picLocks noChangeAspect="1"/>
          </p:cNvPicPr>
          <p:nvPr/>
        </p:nvPicPr>
        <p:blipFill>
          <a:blip r:embed="rId1"/>
          <a:stretch>
            <a:fillRect/>
          </a:stretch>
        </p:blipFill>
        <p:spPr>
          <a:xfrm>
            <a:off x="301625" y="1457960"/>
            <a:ext cx="8062595" cy="415671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chemeClr val="tx2"/>
                </a:solidFill>
              </a:rPr>
              <a:t>储能配置削峰</a:t>
            </a:r>
            <a:r>
              <a:rPr lang="zh-CN" altLang="en-US" dirty="0">
                <a:solidFill>
                  <a:schemeClr val="tx2"/>
                </a:solidFill>
              </a:rPr>
              <a:t>示例</a:t>
            </a:r>
            <a:endParaRPr lang="zh-CN" altLang="en-US" dirty="0">
              <a:solidFill>
                <a:schemeClr val="tx2"/>
              </a:solidFill>
            </a:endParaRPr>
          </a:p>
        </p:txBody>
      </p:sp>
      <p:pic>
        <p:nvPicPr>
          <p:cNvPr id="8" name="图表 8"/>
          <p:cNvPicPr/>
          <p:nvPr/>
        </p:nvPicPr>
        <p:blipFill>
          <a:blip r:embed="rId3"/>
          <a:stretch>
            <a:fillRect/>
          </a:stretch>
        </p:blipFill>
        <p:spPr>
          <a:xfrm>
            <a:off x="2546985" y="1401445"/>
            <a:ext cx="6510020" cy="3750945"/>
          </a:xfrm>
          <a:prstGeom prst="rect">
            <a:avLst/>
          </a:prstGeom>
          <a:ln>
            <a:noFill/>
          </a:ln>
          <a:extLst>
            <a:ext uri="{8CAD56D8-0F58-4FB8-B24C-77498146470C}">
              <wpswe:webExtensionRef xmlns:wpswe="http://www.wps.cn/officeDocument/2018/webExtension" r:id="rId2"/>
            </a:ext>
            <wpswe:webExtensionRef xmlns:wpswe="http://www.wps.cn/officeDocument/2018/webExtension" r:id="rId2"/>
          </a:extLst>
        </p:spPr>
      </p:pic>
      <p:sp>
        <p:nvSpPr>
          <p:cNvPr id="3" name="文本框 2"/>
          <p:cNvSpPr txBox="1"/>
          <p:nvPr/>
        </p:nvSpPr>
        <p:spPr>
          <a:xfrm>
            <a:off x="755015" y="5373370"/>
            <a:ext cx="10564495" cy="800735"/>
          </a:xfrm>
          <a:prstGeom prst="rect">
            <a:avLst/>
          </a:prstGeom>
          <a:noFill/>
        </p:spPr>
        <p:txBody>
          <a:bodyPr wrap="square" rtlCol="0">
            <a:noAutofit/>
          </a:bodyPr>
          <a:p>
            <a:pPr indent="0" fontAlgn="auto">
              <a:lnSpc>
                <a:spcPct val="150000"/>
              </a:lnSpc>
            </a:pPr>
            <a:r>
              <a:rPr lang="zh-CN" altLang="en-US">
                <a:solidFill>
                  <a:srgbClr val="080808"/>
                </a:solidFill>
                <a:latin typeface="仿宋" panose="02010609060101010101" charset="-122"/>
                <a:ea typeface="仿宋" panose="02010609060101010101" charset="-122"/>
                <a:cs typeface="仿宋" panose="02010609060101010101" charset="-122"/>
              </a:rPr>
              <a:t>案例数据为</a:t>
            </a:r>
            <a:r>
              <a:rPr lang="en-US" altLang="zh-CN">
                <a:solidFill>
                  <a:srgbClr val="080808"/>
                </a:solidFill>
                <a:latin typeface="仿宋" panose="02010609060101010101" charset="-122"/>
                <a:ea typeface="仿宋" panose="02010609060101010101" charset="-122"/>
                <a:cs typeface="仿宋" panose="02010609060101010101" charset="-122"/>
              </a:rPr>
              <a:t>1</a:t>
            </a:r>
            <a:r>
              <a:rPr lang="zh-CN" altLang="en-US">
                <a:solidFill>
                  <a:srgbClr val="080808"/>
                </a:solidFill>
                <a:latin typeface="仿宋" panose="02010609060101010101" charset="-122"/>
                <a:ea typeface="仿宋" panose="02010609060101010101" charset="-122"/>
                <a:cs typeface="仿宋" panose="02010609060101010101" charset="-122"/>
              </a:rPr>
              <a:t>月</a:t>
            </a:r>
            <a:r>
              <a:rPr lang="en-US" altLang="zh-CN">
                <a:solidFill>
                  <a:srgbClr val="080808"/>
                </a:solidFill>
                <a:latin typeface="仿宋" panose="02010609060101010101" charset="-122"/>
                <a:ea typeface="仿宋" panose="02010609060101010101" charset="-122"/>
                <a:cs typeface="仿宋" panose="02010609060101010101" charset="-122"/>
              </a:rPr>
              <a:t>22</a:t>
            </a:r>
            <a:r>
              <a:rPr lang="zh-CN" altLang="en-US">
                <a:solidFill>
                  <a:srgbClr val="080808"/>
                </a:solidFill>
                <a:latin typeface="仿宋" panose="02010609060101010101" charset="-122"/>
                <a:ea typeface="仿宋" panose="02010609060101010101" charset="-122"/>
                <a:cs typeface="仿宋" panose="02010609060101010101" charset="-122"/>
              </a:rPr>
              <a:t>日</a:t>
            </a:r>
            <a:r>
              <a:rPr lang="en-US" altLang="zh-CN">
                <a:solidFill>
                  <a:srgbClr val="080808"/>
                </a:solidFill>
                <a:latin typeface="仿宋" panose="02010609060101010101" charset="-122"/>
                <a:ea typeface="仿宋" panose="02010609060101010101" charset="-122"/>
                <a:cs typeface="仿宋" panose="02010609060101010101" charset="-122"/>
              </a:rPr>
              <a:t>0</a:t>
            </a:r>
            <a:r>
              <a:rPr lang="zh-CN" altLang="en-US">
                <a:solidFill>
                  <a:srgbClr val="080808"/>
                </a:solidFill>
                <a:latin typeface="仿宋" panose="02010609060101010101" charset="-122"/>
                <a:ea typeface="仿宋" panose="02010609060101010101" charset="-122"/>
                <a:cs typeface="仿宋" panose="02010609060101010101" charset="-122"/>
              </a:rPr>
              <a:t>：</a:t>
            </a:r>
            <a:r>
              <a:rPr lang="en-US" altLang="zh-CN">
                <a:solidFill>
                  <a:srgbClr val="080808"/>
                </a:solidFill>
                <a:latin typeface="仿宋" panose="02010609060101010101" charset="-122"/>
                <a:ea typeface="仿宋" panose="02010609060101010101" charset="-122"/>
                <a:cs typeface="仿宋" panose="02010609060101010101" charset="-122"/>
              </a:rPr>
              <a:t>00-23</a:t>
            </a:r>
            <a:r>
              <a:rPr lang="zh-CN" altLang="en-US">
                <a:solidFill>
                  <a:srgbClr val="080808"/>
                </a:solidFill>
                <a:latin typeface="仿宋" panose="02010609060101010101" charset="-122"/>
                <a:ea typeface="仿宋" panose="02010609060101010101" charset="-122"/>
                <a:cs typeface="仿宋" panose="02010609060101010101" charset="-122"/>
              </a:rPr>
              <a:t>：</a:t>
            </a:r>
            <a:r>
              <a:rPr lang="en-US" altLang="zh-CN">
                <a:solidFill>
                  <a:srgbClr val="080808"/>
                </a:solidFill>
                <a:latin typeface="仿宋" panose="02010609060101010101" charset="-122"/>
                <a:ea typeface="仿宋" panose="02010609060101010101" charset="-122"/>
                <a:cs typeface="仿宋" panose="02010609060101010101" charset="-122"/>
              </a:rPr>
              <a:t>00</a:t>
            </a:r>
            <a:r>
              <a:rPr lang="zh-CN" altLang="en-US">
                <a:solidFill>
                  <a:srgbClr val="080808"/>
                </a:solidFill>
                <a:latin typeface="仿宋" panose="02010609060101010101" charset="-122"/>
                <a:ea typeface="仿宋" panose="02010609060101010101" charset="-122"/>
                <a:cs typeface="仿宋" panose="02010609060101010101" charset="-122"/>
              </a:rPr>
              <a:t>模拟数据，其中</a:t>
            </a:r>
            <a:r>
              <a:rPr lang="en-US" altLang="zh-CN">
                <a:solidFill>
                  <a:srgbClr val="080808"/>
                </a:solidFill>
                <a:latin typeface="仿宋" panose="02010609060101010101" charset="-122"/>
                <a:ea typeface="仿宋" panose="02010609060101010101" charset="-122"/>
                <a:cs typeface="仿宋" panose="02010609060101010101" charset="-122"/>
              </a:rPr>
              <a:t>0</a:t>
            </a:r>
            <a:r>
              <a:rPr lang="zh-CN" altLang="en-US">
                <a:solidFill>
                  <a:srgbClr val="080808"/>
                </a:solidFill>
                <a:latin typeface="仿宋" panose="02010609060101010101" charset="-122"/>
                <a:ea typeface="仿宋" panose="02010609060101010101" charset="-122"/>
                <a:cs typeface="仿宋" panose="02010609060101010101" charset="-122"/>
              </a:rPr>
              <a:t>：</a:t>
            </a:r>
            <a:r>
              <a:rPr lang="en-US" altLang="zh-CN">
                <a:solidFill>
                  <a:srgbClr val="080808"/>
                </a:solidFill>
                <a:latin typeface="仿宋" panose="02010609060101010101" charset="-122"/>
                <a:ea typeface="仿宋" panose="02010609060101010101" charset="-122"/>
                <a:cs typeface="仿宋" panose="02010609060101010101" charset="-122"/>
              </a:rPr>
              <a:t>00-3</a:t>
            </a:r>
            <a:r>
              <a:rPr lang="zh-CN" altLang="en-US">
                <a:solidFill>
                  <a:srgbClr val="080808"/>
                </a:solidFill>
                <a:latin typeface="仿宋" panose="02010609060101010101" charset="-122"/>
                <a:ea typeface="仿宋" panose="02010609060101010101" charset="-122"/>
                <a:cs typeface="仿宋" panose="02010609060101010101" charset="-122"/>
              </a:rPr>
              <a:t>：</a:t>
            </a:r>
            <a:r>
              <a:rPr lang="en-US" altLang="zh-CN">
                <a:solidFill>
                  <a:srgbClr val="080808"/>
                </a:solidFill>
                <a:latin typeface="仿宋" panose="02010609060101010101" charset="-122"/>
                <a:ea typeface="仿宋" panose="02010609060101010101" charset="-122"/>
                <a:cs typeface="仿宋" panose="02010609060101010101" charset="-122"/>
              </a:rPr>
              <a:t>00</a:t>
            </a:r>
            <a:r>
              <a:rPr lang="zh-CN" altLang="en-US">
                <a:solidFill>
                  <a:srgbClr val="080808"/>
                </a:solidFill>
                <a:latin typeface="仿宋" panose="02010609060101010101" charset="-122"/>
                <a:ea typeface="仿宋" panose="02010609060101010101" charset="-122"/>
                <a:cs typeface="仿宋" panose="02010609060101010101" charset="-122"/>
              </a:rPr>
              <a:t>出现下电功率超容，</a:t>
            </a:r>
            <a:r>
              <a:rPr lang="en-US" altLang="zh-CN">
                <a:solidFill>
                  <a:srgbClr val="080808"/>
                </a:solidFill>
                <a:latin typeface="仿宋" panose="02010609060101010101" charset="-122"/>
                <a:ea typeface="仿宋" panose="02010609060101010101" charset="-122"/>
                <a:cs typeface="仿宋" panose="02010609060101010101" charset="-122"/>
              </a:rPr>
              <a:t>11</a:t>
            </a:r>
            <a:r>
              <a:rPr lang="zh-CN" altLang="en-US">
                <a:solidFill>
                  <a:srgbClr val="080808"/>
                </a:solidFill>
                <a:latin typeface="仿宋" panose="02010609060101010101" charset="-122"/>
                <a:ea typeface="仿宋" panose="02010609060101010101" charset="-122"/>
                <a:cs typeface="仿宋" panose="02010609060101010101" charset="-122"/>
              </a:rPr>
              <a:t>：</a:t>
            </a:r>
            <a:r>
              <a:rPr lang="en-US" altLang="zh-CN">
                <a:solidFill>
                  <a:srgbClr val="080808"/>
                </a:solidFill>
                <a:latin typeface="仿宋" panose="02010609060101010101" charset="-122"/>
                <a:ea typeface="仿宋" panose="02010609060101010101" charset="-122"/>
                <a:cs typeface="仿宋" panose="02010609060101010101" charset="-122"/>
              </a:rPr>
              <a:t>00-12</a:t>
            </a:r>
            <a:r>
              <a:rPr lang="zh-CN" altLang="en-US">
                <a:solidFill>
                  <a:srgbClr val="080808"/>
                </a:solidFill>
                <a:latin typeface="仿宋" panose="02010609060101010101" charset="-122"/>
                <a:ea typeface="仿宋" panose="02010609060101010101" charset="-122"/>
                <a:cs typeface="仿宋" panose="02010609060101010101" charset="-122"/>
              </a:rPr>
              <a:t>：</a:t>
            </a:r>
            <a:r>
              <a:rPr lang="en-US" altLang="zh-CN">
                <a:solidFill>
                  <a:srgbClr val="080808"/>
                </a:solidFill>
                <a:latin typeface="仿宋" panose="02010609060101010101" charset="-122"/>
                <a:ea typeface="仿宋" panose="02010609060101010101" charset="-122"/>
                <a:cs typeface="仿宋" panose="02010609060101010101" charset="-122"/>
              </a:rPr>
              <a:t>00</a:t>
            </a:r>
            <a:r>
              <a:rPr lang="zh-CN" altLang="en-US">
                <a:solidFill>
                  <a:srgbClr val="080808"/>
                </a:solidFill>
                <a:latin typeface="仿宋" panose="02010609060101010101" charset="-122"/>
                <a:ea typeface="仿宋" panose="02010609060101010101" charset="-122"/>
                <a:cs typeface="仿宋" panose="02010609060101010101" charset="-122"/>
              </a:rPr>
              <a:t>出现下电功率超容，储能系统放电降低电网供电负荷。</a:t>
            </a:r>
            <a:endParaRPr lang="zh-CN" altLang="en-US">
              <a:solidFill>
                <a:srgbClr val="080808"/>
              </a:solidFill>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7" name="Rectangle 56"/>
          <p:cNvSpPr/>
          <p:nvPr/>
        </p:nvSpPr>
        <p:spPr>
          <a:xfrm>
            <a:off x="67945" y="1486534"/>
            <a:ext cx="2990850"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
        <p:nvSpPr>
          <p:cNvPr id="60" name="Rectangle 59"/>
          <p:cNvSpPr/>
          <p:nvPr/>
        </p:nvSpPr>
        <p:spPr>
          <a:xfrm>
            <a:off x="6082665" y="877570"/>
            <a:ext cx="2990850" cy="5295265"/>
          </a:xfrm>
          <a:prstGeom prst="rect">
            <a:avLst/>
          </a:prstGeom>
          <a:solidFill>
            <a:srgbClr val="00A8E4">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
        <p:nvSpPr>
          <p:cNvPr id="58" name="Rectangle 57"/>
          <p:cNvSpPr/>
          <p:nvPr/>
        </p:nvSpPr>
        <p:spPr>
          <a:xfrm>
            <a:off x="3070913" y="1485900"/>
            <a:ext cx="2999423"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
        <p:nvSpPr>
          <p:cNvPr id="59" name="Rectangle 58"/>
          <p:cNvSpPr/>
          <p:nvPr/>
        </p:nvSpPr>
        <p:spPr>
          <a:xfrm>
            <a:off x="9085578" y="1486533"/>
            <a:ext cx="2990850"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
        <p:nvSpPr>
          <p:cNvPr id="9" name="TextBox 63"/>
          <p:cNvSpPr txBox="1"/>
          <p:nvPr/>
        </p:nvSpPr>
        <p:spPr>
          <a:xfrm>
            <a:off x="6381750" y="4417695"/>
            <a:ext cx="2527300" cy="337185"/>
          </a:xfrm>
          <a:prstGeom prst="rect">
            <a:avLst/>
          </a:prstGeom>
          <a:noFill/>
        </p:spPr>
        <p:txBody>
          <a:bodyPr wrap="square" rtlCol="0">
            <a:spAutoFit/>
          </a:bodyPr>
          <a:lstStyle/>
          <a:p>
            <a:pPr>
              <a:lnSpc>
                <a:spcPct val="100000"/>
              </a:lnSpc>
            </a:pPr>
            <a:endParaRPr lang="zh-CN" altLang="en-US" sz="1600" dirty="0">
              <a:solidFill>
                <a:schemeClr val="bg1"/>
              </a:solidFill>
              <a:latin typeface="思源黑体 CN Bold" panose="020B0800000000000000" pitchFamily="34" charset="-122"/>
              <a:ea typeface="思源黑体 CN Bold" panose="020B0800000000000000" pitchFamily="34" charset="-122"/>
              <a:cs typeface="Open Sans" panose="020B0606030504020204" pitchFamily="34" charset="0"/>
              <a:sym typeface="+mn-ea"/>
            </a:endParaRPr>
          </a:p>
        </p:txBody>
      </p:sp>
      <p:grpSp>
        <p:nvGrpSpPr>
          <p:cNvPr id="17" name="组合 16"/>
          <p:cNvGrpSpPr/>
          <p:nvPr/>
        </p:nvGrpSpPr>
        <p:grpSpPr>
          <a:xfrm>
            <a:off x="67310" y="4077970"/>
            <a:ext cx="2992755" cy="1638935"/>
            <a:chOff x="106" y="6422"/>
            <a:chExt cx="4713" cy="2581"/>
          </a:xfrm>
        </p:grpSpPr>
        <p:pic>
          <p:nvPicPr>
            <p:cNvPr id="15" name="Graphic 48"/>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308" y="6422"/>
              <a:ext cx="1350" cy="1350"/>
            </a:xfrm>
            <a:prstGeom prst="rect">
              <a:avLst/>
            </a:prstGeom>
          </p:spPr>
        </p:pic>
        <p:sp>
          <p:nvSpPr>
            <p:cNvPr id="16" name="TextBox 65"/>
            <p:cNvSpPr txBox="1"/>
            <p:nvPr>
              <p:custDataLst>
                <p:tags r:id="rId4"/>
              </p:custDataLst>
            </p:nvPr>
          </p:nvSpPr>
          <p:spPr>
            <a:xfrm>
              <a:off x="106" y="8302"/>
              <a:ext cx="4713" cy="701"/>
            </a:xfrm>
            <a:prstGeom prst="rect">
              <a:avLst/>
            </a:prstGeom>
            <a:noFill/>
          </p:spPr>
          <p:txBody>
            <a:bodyPr wrap="square" rtlCol="0">
              <a:spAutoFit/>
            </a:bodyPr>
            <a:lstStyle/>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项目</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背景</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grpSp>
      <p:grpSp>
        <p:nvGrpSpPr>
          <p:cNvPr id="13" name="组合 12"/>
          <p:cNvGrpSpPr/>
          <p:nvPr/>
        </p:nvGrpSpPr>
        <p:grpSpPr>
          <a:xfrm>
            <a:off x="3070860" y="4077970"/>
            <a:ext cx="2999105" cy="1992630"/>
            <a:chOff x="4836" y="6422"/>
            <a:chExt cx="4723" cy="3138"/>
          </a:xfrm>
        </p:grpSpPr>
        <p:pic>
          <p:nvPicPr>
            <p:cNvPr id="14" name="Graphic 49"/>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4960" y="6422"/>
              <a:ext cx="1547" cy="1547"/>
            </a:xfrm>
            <a:prstGeom prst="rect">
              <a:avLst/>
            </a:prstGeom>
          </p:spPr>
        </p:pic>
        <p:sp>
          <p:nvSpPr>
            <p:cNvPr id="18" name="TextBox 62"/>
            <p:cNvSpPr txBox="1"/>
            <p:nvPr>
              <p:custDataLst>
                <p:tags r:id="rId7"/>
              </p:custDataLst>
            </p:nvPr>
          </p:nvSpPr>
          <p:spPr>
            <a:xfrm>
              <a:off x="4836" y="8302"/>
              <a:ext cx="4723" cy="1258"/>
            </a:xfrm>
            <a:prstGeom prst="rect">
              <a:avLst/>
            </a:prstGeom>
            <a:noFill/>
          </p:spPr>
          <p:txBody>
            <a:bodyPr wrap="square" rtlCol="0">
              <a:spAutoFit/>
            </a:bodyPr>
            <a:lstStyle/>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储能</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配置</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削峰</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示例</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grpSp>
      <p:grpSp>
        <p:nvGrpSpPr>
          <p:cNvPr id="19" name="组合 18"/>
          <p:cNvGrpSpPr/>
          <p:nvPr/>
        </p:nvGrpSpPr>
        <p:grpSpPr>
          <a:xfrm>
            <a:off x="9085580" y="4077970"/>
            <a:ext cx="2992755" cy="1638935"/>
            <a:chOff x="14308" y="6422"/>
            <a:chExt cx="4713" cy="2581"/>
          </a:xfrm>
        </p:grpSpPr>
        <p:pic>
          <p:nvPicPr>
            <p:cNvPr id="20" name="Graphic 50"/>
            <p:cNvPicPr>
              <a:picLocks noChangeAspect="1"/>
            </p:cNvPicPr>
            <p:nvPr>
              <p:custDataLst>
                <p:tags r:id="rId8"/>
              </p:custDataLst>
            </p:nvPr>
          </p:nvPicPr>
          <p:blipFill>
            <a:blip r:embed="rId9" cstate="print">
              <a:extLst>
                <a:ext uri="{28A0092B-C50C-407E-A947-70E740481C1C}">
                  <a14:useLocalDpi xmlns:a14="http://schemas.microsoft.com/office/drawing/2010/main" val="0"/>
                </a:ext>
              </a:extLst>
            </a:blip>
            <a:stretch>
              <a:fillRect/>
            </a:stretch>
          </p:blipFill>
          <p:spPr>
            <a:xfrm>
              <a:off x="14649" y="6422"/>
              <a:ext cx="1486" cy="1486"/>
            </a:xfrm>
            <a:prstGeom prst="rect">
              <a:avLst/>
            </a:prstGeom>
          </p:spPr>
        </p:pic>
        <p:sp>
          <p:nvSpPr>
            <p:cNvPr id="21" name="TextBox 67"/>
            <p:cNvSpPr txBox="1"/>
            <p:nvPr>
              <p:custDataLst>
                <p:tags r:id="rId10"/>
              </p:custDataLst>
            </p:nvPr>
          </p:nvSpPr>
          <p:spPr>
            <a:xfrm>
              <a:off x="14308" y="8302"/>
              <a:ext cx="4713" cy="701"/>
            </a:xfrm>
            <a:prstGeom prst="rect">
              <a:avLst/>
            </a:prstGeom>
            <a:noFill/>
          </p:spPr>
          <p:txBody>
            <a:bodyPr wrap="square" rtlCol="0">
              <a:spAutoFit/>
            </a:bodyPr>
            <a:lstStyle/>
            <a:p>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安全</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专篇</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grpSp>
      <p:grpSp>
        <p:nvGrpSpPr>
          <p:cNvPr id="22" name="组合 21"/>
          <p:cNvGrpSpPr/>
          <p:nvPr/>
        </p:nvGrpSpPr>
        <p:grpSpPr>
          <a:xfrm>
            <a:off x="6095365" y="1486535"/>
            <a:ext cx="2976880" cy="1992630"/>
            <a:chOff x="9599" y="6422"/>
            <a:chExt cx="4688" cy="3138"/>
          </a:xfrm>
        </p:grpSpPr>
        <p:sp>
          <p:nvSpPr>
            <p:cNvPr id="23" name="TextBox 66"/>
            <p:cNvSpPr txBox="1"/>
            <p:nvPr>
              <p:custDataLst>
                <p:tags r:id="rId11"/>
              </p:custDataLst>
            </p:nvPr>
          </p:nvSpPr>
          <p:spPr>
            <a:xfrm>
              <a:off x="9599" y="8302"/>
              <a:ext cx="4688" cy="1258"/>
            </a:xfrm>
            <a:prstGeom prst="rect">
              <a:avLst/>
            </a:prstGeom>
            <a:noFill/>
          </p:spPr>
          <p:txBody>
            <a:bodyPr wrap="square" rtlCol="0">
              <a:spAutoFit/>
            </a:bodyPr>
            <a:lstStyle/>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储能配置</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建议</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及经济</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测算</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pic>
          <p:nvPicPr>
            <p:cNvPr id="24" name="Graphic 51"/>
            <p:cNvPicPr>
              <a:picLocks noChangeAspect="1"/>
            </p:cNvPicPr>
            <p:nvPr>
              <p:custDataLst>
                <p:tags r:id="rId12"/>
              </p:custDataLst>
            </p:nvPr>
          </p:nvPicPr>
          <p:blipFill>
            <a:blip r:embed="rId13" cstate="print">
              <a:extLst>
                <a:ext uri="{28A0092B-C50C-407E-A947-70E740481C1C}">
                  <a14:useLocalDpi xmlns:a14="http://schemas.microsoft.com/office/drawing/2010/main" val="0"/>
                </a:ext>
              </a:extLst>
            </a:blip>
            <a:stretch>
              <a:fillRect/>
            </a:stretch>
          </p:blipFill>
          <p:spPr>
            <a:xfrm>
              <a:off x="9948" y="6422"/>
              <a:ext cx="1259" cy="1259"/>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chemeClr val="tx2"/>
                </a:solidFill>
              </a:rPr>
              <a:t>储能配置</a:t>
            </a:r>
            <a:r>
              <a:rPr lang="zh-CN" altLang="en-US" dirty="0">
                <a:solidFill>
                  <a:schemeClr val="tx2"/>
                </a:solidFill>
              </a:rPr>
              <a:t>建议</a:t>
            </a:r>
            <a:endParaRPr lang="zh-CN" altLang="en-US" dirty="0">
              <a:solidFill>
                <a:schemeClr val="tx2"/>
              </a:solidFill>
            </a:endParaRPr>
          </a:p>
        </p:txBody>
      </p:sp>
      <p:sp>
        <p:nvSpPr>
          <p:cNvPr id="6" name="文本框 5"/>
          <p:cNvSpPr txBox="1"/>
          <p:nvPr/>
        </p:nvSpPr>
        <p:spPr>
          <a:xfrm>
            <a:off x="494030" y="1324610"/>
            <a:ext cx="11204575" cy="1383665"/>
          </a:xfrm>
          <a:prstGeom prst="rect">
            <a:avLst/>
          </a:prstGeom>
          <a:noFill/>
        </p:spPr>
        <p:txBody>
          <a:bodyPr wrap="square" rtlCol="0">
            <a:spAutoFit/>
          </a:bodyPr>
          <a:p>
            <a:pPr indent="0" fontAlgn="auto">
              <a:lnSpc>
                <a:spcPct val="150000"/>
              </a:lnSpc>
            </a:pPr>
            <a:r>
              <a:rPr lang="zh-CN" altLang="en-US" sz="1400">
                <a:solidFill>
                  <a:srgbClr val="080808"/>
                </a:solidFill>
                <a:latin typeface="仿宋" panose="02010609060101010101" charset="-122"/>
                <a:ea typeface="仿宋" panose="02010609060101010101" charset="-122"/>
                <a:cs typeface="仿宋" panose="02010609060101010101" charset="-122"/>
              </a:rPr>
              <a:t>基于制氢项目全年</a:t>
            </a:r>
            <a:r>
              <a:rPr lang="zh-CN" altLang="en-US" sz="1400">
                <a:solidFill>
                  <a:srgbClr val="080808"/>
                </a:solidFill>
                <a:latin typeface="仿宋" panose="02010609060101010101" charset="-122"/>
                <a:ea typeface="仿宋" panose="02010609060101010101" charset="-122"/>
                <a:cs typeface="仿宋" panose="02010609060101010101" charset="-122"/>
              </a:rPr>
              <a:t>用电负荷、风电出力情况预测，如变压器可用容量控制在</a:t>
            </a:r>
            <a:r>
              <a:rPr lang="en-US" altLang="zh-CN" sz="1400">
                <a:solidFill>
                  <a:srgbClr val="080808"/>
                </a:solidFill>
                <a:latin typeface="仿宋" panose="02010609060101010101" charset="-122"/>
                <a:ea typeface="仿宋" panose="02010609060101010101" charset="-122"/>
                <a:cs typeface="仿宋" panose="02010609060101010101" charset="-122"/>
              </a:rPr>
              <a:t>43MVA</a:t>
            </a:r>
            <a:r>
              <a:rPr lang="zh-CN" altLang="en-US" sz="1400">
                <a:solidFill>
                  <a:srgbClr val="080808"/>
                </a:solidFill>
                <a:latin typeface="仿宋" panose="02010609060101010101" charset="-122"/>
                <a:ea typeface="仿宋" panose="02010609060101010101" charset="-122"/>
                <a:cs typeface="仿宋" panose="02010609060101010101" charset="-122"/>
              </a:rPr>
              <a:t>，风电出力不够的情况下，</a:t>
            </a:r>
            <a:r>
              <a:rPr lang="zh-CN" altLang="en-US" sz="1400" b="1">
                <a:solidFill>
                  <a:srgbClr val="080808"/>
                </a:solidFill>
                <a:latin typeface="仿宋" panose="02010609060101010101" charset="-122"/>
                <a:ea typeface="仿宋" panose="02010609060101010101" charset="-122"/>
                <a:cs typeface="仿宋" panose="02010609060101010101" charset="-122"/>
              </a:rPr>
              <a:t>最大用电缺口为</a:t>
            </a:r>
            <a:r>
              <a:rPr lang="en-US" altLang="zh-CN" sz="1400" b="1">
                <a:solidFill>
                  <a:srgbClr val="080808"/>
                </a:solidFill>
                <a:latin typeface="仿宋" panose="02010609060101010101" charset="-122"/>
                <a:ea typeface="仿宋" panose="02010609060101010101" charset="-122"/>
                <a:cs typeface="仿宋" panose="02010609060101010101" charset="-122"/>
              </a:rPr>
              <a:t>4000kW</a:t>
            </a:r>
            <a:r>
              <a:rPr lang="zh-CN" altLang="en-US" sz="1400">
                <a:solidFill>
                  <a:srgbClr val="080808"/>
                </a:solidFill>
                <a:latin typeface="仿宋" panose="02010609060101010101" charset="-122"/>
                <a:ea typeface="仿宋" panose="02010609060101010101" charset="-122"/>
                <a:cs typeface="仿宋" panose="02010609060101010101" charset="-122"/>
              </a:rPr>
              <a:t>。如储能交流侧配置</a:t>
            </a:r>
            <a:r>
              <a:rPr lang="en-US" altLang="zh-CN" sz="1400">
                <a:solidFill>
                  <a:srgbClr val="080808"/>
                </a:solidFill>
                <a:latin typeface="仿宋" panose="02010609060101010101" charset="-122"/>
                <a:ea typeface="仿宋" panose="02010609060101010101" charset="-122"/>
                <a:cs typeface="仿宋" panose="02010609060101010101" charset="-122"/>
              </a:rPr>
              <a:t>4000kW</a:t>
            </a:r>
            <a:r>
              <a:rPr lang="zh-CN" altLang="en-US" sz="1400">
                <a:solidFill>
                  <a:srgbClr val="080808"/>
                </a:solidFill>
                <a:latin typeface="仿宋" panose="02010609060101010101" charset="-122"/>
                <a:ea typeface="仿宋" panose="02010609060101010101" charset="-122"/>
                <a:cs typeface="仿宋" panose="02010609060101010101" charset="-122"/>
              </a:rPr>
              <a:t>，对应不同直流侧容量水平下，储能功率缺额累计如下：配置</a:t>
            </a:r>
            <a:r>
              <a:rPr lang="en-US" altLang="zh-CN" sz="1400" b="1">
                <a:solidFill>
                  <a:srgbClr val="080808"/>
                </a:solidFill>
                <a:latin typeface="仿宋" panose="02010609060101010101" charset="-122"/>
                <a:ea typeface="仿宋" panose="02010609060101010101" charset="-122"/>
                <a:cs typeface="仿宋" panose="02010609060101010101" charset="-122"/>
              </a:rPr>
              <a:t>4</a:t>
            </a:r>
            <a:r>
              <a:rPr lang="zh-CN" altLang="en-US" sz="1400" b="1">
                <a:solidFill>
                  <a:srgbClr val="080808"/>
                </a:solidFill>
                <a:latin typeface="仿宋" panose="02010609060101010101" charset="-122"/>
                <a:ea typeface="仿宋" panose="02010609060101010101" charset="-122"/>
                <a:cs typeface="仿宋" panose="02010609060101010101" charset="-122"/>
              </a:rPr>
              <a:t>小时储能系统（</a:t>
            </a:r>
            <a:r>
              <a:rPr lang="en-US" altLang="zh-CN" sz="1400" b="1">
                <a:solidFill>
                  <a:srgbClr val="080808"/>
                </a:solidFill>
                <a:latin typeface="仿宋" panose="02010609060101010101" charset="-122"/>
                <a:ea typeface="仿宋" panose="02010609060101010101" charset="-122"/>
                <a:cs typeface="仿宋" panose="02010609060101010101" charset="-122"/>
              </a:rPr>
              <a:t>4MW/16MWh</a:t>
            </a:r>
            <a:r>
              <a:rPr lang="zh-CN" altLang="en-US" sz="1400" b="1">
                <a:solidFill>
                  <a:srgbClr val="080808"/>
                </a:solidFill>
                <a:latin typeface="仿宋" panose="02010609060101010101" charset="-122"/>
                <a:ea typeface="仿宋" panose="02010609060101010101" charset="-122"/>
                <a:cs typeface="仿宋" panose="02010609060101010101" charset="-122"/>
              </a:rPr>
              <a:t>）</a:t>
            </a:r>
            <a:r>
              <a:rPr lang="zh-CN" altLang="en-US" sz="1400">
                <a:solidFill>
                  <a:srgbClr val="080808"/>
                </a:solidFill>
                <a:latin typeface="仿宋" panose="02010609060101010101" charset="-122"/>
                <a:ea typeface="仿宋" panose="02010609060101010101" charset="-122"/>
                <a:cs typeface="仿宋" panose="02010609060101010101" charset="-122"/>
              </a:rPr>
              <a:t>，需求覆盖率为</a:t>
            </a:r>
            <a:r>
              <a:rPr lang="en-US" altLang="zh-CN" sz="1400" b="1" i="1">
                <a:solidFill>
                  <a:srgbClr val="C00000"/>
                </a:solidFill>
                <a:latin typeface="仿宋" panose="02010609060101010101" charset="-122"/>
                <a:ea typeface="仿宋" panose="02010609060101010101" charset="-122"/>
                <a:cs typeface="仿宋" panose="02010609060101010101" charset="-122"/>
              </a:rPr>
              <a:t>96.56%</a:t>
            </a:r>
            <a:r>
              <a:rPr lang="zh-CN" altLang="en-US" sz="1400">
                <a:solidFill>
                  <a:srgbClr val="080808"/>
                </a:solidFill>
                <a:latin typeface="仿宋" panose="02010609060101010101" charset="-122"/>
                <a:ea typeface="仿宋" panose="02010609060101010101" charset="-122"/>
                <a:cs typeface="仿宋" panose="02010609060101010101" charset="-122"/>
              </a:rPr>
              <a:t>，配置</a:t>
            </a:r>
            <a:r>
              <a:rPr lang="en-US" altLang="zh-CN" sz="1400" b="1">
                <a:solidFill>
                  <a:srgbClr val="080808"/>
                </a:solidFill>
                <a:latin typeface="仿宋" panose="02010609060101010101" charset="-122"/>
                <a:ea typeface="仿宋" panose="02010609060101010101" charset="-122"/>
                <a:cs typeface="仿宋" panose="02010609060101010101" charset="-122"/>
              </a:rPr>
              <a:t>5</a:t>
            </a:r>
            <a:r>
              <a:rPr lang="zh-CN" altLang="en-US" sz="1400" b="1">
                <a:solidFill>
                  <a:srgbClr val="080808"/>
                </a:solidFill>
                <a:latin typeface="仿宋" panose="02010609060101010101" charset="-122"/>
                <a:ea typeface="仿宋" panose="02010609060101010101" charset="-122"/>
                <a:cs typeface="仿宋" panose="02010609060101010101" charset="-122"/>
              </a:rPr>
              <a:t>小时储能系统</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a:t>
            </a:r>
            <a:r>
              <a:rPr lang="en-US" altLang="zh-CN" sz="1400" b="1">
                <a:solidFill>
                  <a:srgbClr val="080808"/>
                </a:solidFill>
                <a:latin typeface="仿宋" panose="02010609060101010101" charset="-122"/>
                <a:ea typeface="仿宋" panose="02010609060101010101" charset="-122"/>
                <a:cs typeface="仿宋" panose="02010609060101010101" charset="-122"/>
                <a:sym typeface="+mn-ea"/>
              </a:rPr>
              <a:t>4MW/20MWh</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a:t>
            </a:r>
            <a:r>
              <a:rPr lang="zh-CN" altLang="en-US" sz="1400">
                <a:solidFill>
                  <a:srgbClr val="080808"/>
                </a:solidFill>
                <a:latin typeface="仿宋" panose="02010609060101010101" charset="-122"/>
                <a:ea typeface="仿宋" panose="02010609060101010101" charset="-122"/>
                <a:cs typeface="仿宋" panose="02010609060101010101" charset="-122"/>
              </a:rPr>
              <a:t>，需求覆盖率为</a:t>
            </a:r>
            <a:r>
              <a:rPr lang="en-US" altLang="zh-CN" sz="1400" b="1" i="1">
                <a:solidFill>
                  <a:srgbClr val="C00000"/>
                </a:solidFill>
                <a:latin typeface="仿宋" panose="02010609060101010101" charset="-122"/>
                <a:ea typeface="仿宋" panose="02010609060101010101" charset="-122"/>
                <a:cs typeface="仿宋" panose="02010609060101010101" charset="-122"/>
              </a:rPr>
              <a:t>99.11%</a:t>
            </a:r>
            <a:r>
              <a:rPr lang="zh-CN" altLang="en-US" sz="1400">
                <a:solidFill>
                  <a:srgbClr val="080808"/>
                </a:solidFill>
                <a:latin typeface="仿宋" panose="02010609060101010101" charset="-122"/>
                <a:ea typeface="仿宋" panose="02010609060101010101" charset="-122"/>
                <a:cs typeface="仿宋" panose="02010609060101010101" charset="-122"/>
              </a:rPr>
              <a:t>，配置</a:t>
            </a:r>
            <a:r>
              <a:rPr lang="en-US" altLang="zh-CN" sz="1400" b="1">
                <a:solidFill>
                  <a:srgbClr val="080808"/>
                </a:solidFill>
                <a:latin typeface="仿宋" panose="02010609060101010101" charset="-122"/>
                <a:ea typeface="仿宋" panose="02010609060101010101" charset="-122"/>
                <a:cs typeface="仿宋" panose="02010609060101010101" charset="-122"/>
              </a:rPr>
              <a:t>6</a:t>
            </a:r>
            <a:r>
              <a:rPr lang="zh-CN" altLang="en-US" sz="1400" b="1">
                <a:solidFill>
                  <a:srgbClr val="080808"/>
                </a:solidFill>
                <a:latin typeface="仿宋" panose="02010609060101010101" charset="-122"/>
                <a:ea typeface="仿宋" panose="02010609060101010101" charset="-122"/>
                <a:cs typeface="仿宋" panose="02010609060101010101" charset="-122"/>
              </a:rPr>
              <a:t>小时储能系统</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a:t>
            </a:r>
            <a:r>
              <a:rPr lang="en-US" altLang="zh-CN" sz="1400" b="1">
                <a:solidFill>
                  <a:srgbClr val="080808"/>
                </a:solidFill>
                <a:latin typeface="仿宋" panose="02010609060101010101" charset="-122"/>
                <a:ea typeface="仿宋" panose="02010609060101010101" charset="-122"/>
                <a:cs typeface="仿宋" panose="02010609060101010101" charset="-122"/>
                <a:sym typeface="+mn-ea"/>
              </a:rPr>
              <a:t>4MW/24MWh</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a:t>
            </a:r>
            <a:r>
              <a:rPr lang="zh-CN" altLang="en-US" sz="1400">
                <a:solidFill>
                  <a:srgbClr val="080808"/>
                </a:solidFill>
                <a:latin typeface="仿宋" panose="02010609060101010101" charset="-122"/>
                <a:ea typeface="仿宋" panose="02010609060101010101" charset="-122"/>
                <a:cs typeface="仿宋" panose="02010609060101010101" charset="-122"/>
              </a:rPr>
              <a:t>，需求覆盖率为</a:t>
            </a:r>
            <a:r>
              <a:rPr lang="en-US" altLang="zh-CN" sz="1400" b="1" i="1">
                <a:solidFill>
                  <a:srgbClr val="C00000"/>
                </a:solidFill>
                <a:latin typeface="仿宋" panose="02010609060101010101" charset="-122"/>
                <a:ea typeface="仿宋" panose="02010609060101010101" charset="-122"/>
                <a:cs typeface="仿宋" panose="02010609060101010101" charset="-122"/>
              </a:rPr>
              <a:t>99.97%</a:t>
            </a:r>
            <a:r>
              <a:rPr lang="zh-CN" altLang="en-US" sz="1400">
                <a:solidFill>
                  <a:srgbClr val="080808"/>
                </a:solidFill>
                <a:latin typeface="仿宋" panose="02010609060101010101" charset="-122"/>
                <a:ea typeface="仿宋" panose="02010609060101010101" charset="-122"/>
                <a:cs typeface="仿宋" panose="02010609060101010101" charset="-122"/>
              </a:rPr>
              <a:t>，配置</a:t>
            </a:r>
            <a:r>
              <a:rPr lang="en-US" altLang="zh-CN" sz="1400" b="1">
                <a:solidFill>
                  <a:srgbClr val="080808"/>
                </a:solidFill>
                <a:latin typeface="仿宋" panose="02010609060101010101" charset="-122"/>
                <a:ea typeface="仿宋" panose="02010609060101010101" charset="-122"/>
                <a:cs typeface="仿宋" panose="02010609060101010101" charset="-122"/>
              </a:rPr>
              <a:t>6.0775</a:t>
            </a:r>
            <a:r>
              <a:rPr lang="zh-CN" altLang="en-US" sz="1400" b="1">
                <a:solidFill>
                  <a:srgbClr val="080808"/>
                </a:solidFill>
                <a:latin typeface="仿宋" panose="02010609060101010101" charset="-122"/>
                <a:ea typeface="仿宋" panose="02010609060101010101" charset="-122"/>
                <a:cs typeface="仿宋" panose="02010609060101010101" charset="-122"/>
              </a:rPr>
              <a:t>小时储能系统</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a:t>
            </a:r>
            <a:r>
              <a:rPr lang="en-US" altLang="zh-CN" sz="1400" b="1">
                <a:solidFill>
                  <a:srgbClr val="080808"/>
                </a:solidFill>
                <a:latin typeface="仿宋" panose="02010609060101010101" charset="-122"/>
                <a:ea typeface="仿宋" panose="02010609060101010101" charset="-122"/>
                <a:cs typeface="仿宋" panose="02010609060101010101" charset="-122"/>
                <a:sym typeface="+mn-ea"/>
              </a:rPr>
              <a:t>4MW/24.31MWh</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a:t>
            </a:r>
            <a:r>
              <a:rPr lang="zh-CN" altLang="en-US" sz="1400">
                <a:solidFill>
                  <a:srgbClr val="080808"/>
                </a:solidFill>
                <a:latin typeface="仿宋" panose="02010609060101010101" charset="-122"/>
                <a:ea typeface="仿宋" panose="02010609060101010101" charset="-122"/>
                <a:cs typeface="仿宋" panose="02010609060101010101" charset="-122"/>
              </a:rPr>
              <a:t>，需求覆盖率达</a:t>
            </a:r>
            <a:r>
              <a:rPr lang="en-US" altLang="zh-CN" sz="1400" b="1" i="1">
                <a:solidFill>
                  <a:srgbClr val="C00000"/>
                </a:solidFill>
                <a:latin typeface="仿宋" panose="02010609060101010101" charset="-122"/>
                <a:ea typeface="仿宋" panose="02010609060101010101" charset="-122"/>
                <a:cs typeface="仿宋" panose="02010609060101010101" charset="-122"/>
              </a:rPr>
              <a:t>100%</a:t>
            </a:r>
            <a:r>
              <a:rPr lang="zh-CN" altLang="en-US" sz="1400">
                <a:solidFill>
                  <a:srgbClr val="080808"/>
                </a:solidFill>
                <a:latin typeface="仿宋" panose="02010609060101010101" charset="-122"/>
                <a:ea typeface="仿宋" panose="02010609060101010101" charset="-122"/>
                <a:cs typeface="仿宋" panose="02010609060101010101" charset="-122"/>
              </a:rPr>
              <a:t>。</a:t>
            </a:r>
            <a:endParaRPr lang="zh-CN" altLang="en-US" sz="1400">
              <a:solidFill>
                <a:srgbClr val="080808"/>
              </a:solidFill>
              <a:latin typeface="仿宋" panose="02010609060101010101" charset="-122"/>
              <a:ea typeface="仿宋" panose="02010609060101010101" charset="-122"/>
              <a:cs typeface="仿宋" panose="02010609060101010101" charset="-122"/>
            </a:endParaRPr>
          </a:p>
        </p:txBody>
      </p:sp>
      <p:grpSp>
        <p:nvGrpSpPr>
          <p:cNvPr id="12" name="组合 11"/>
          <p:cNvGrpSpPr/>
          <p:nvPr/>
        </p:nvGrpSpPr>
        <p:grpSpPr>
          <a:xfrm>
            <a:off x="989965" y="2708275"/>
            <a:ext cx="10229850" cy="3832860"/>
            <a:chOff x="1145" y="3745"/>
            <a:chExt cx="16110" cy="6036"/>
          </a:xfrm>
        </p:grpSpPr>
        <p:pic>
          <p:nvPicPr>
            <p:cNvPr id="11" name="图片 10"/>
            <p:cNvPicPr>
              <a:picLocks noChangeAspect="1"/>
            </p:cNvPicPr>
            <p:nvPr/>
          </p:nvPicPr>
          <p:blipFill>
            <a:blip r:embed="rId1"/>
            <a:stretch>
              <a:fillRect/>
            </a:stretch>
          </p:blipFill>
          <p:spPr>
            <a:xfrm>
              <a:off x="1145" y="3812"/>
              <a:ext cx="16110" cy="5880"/>
            </a:xfrm>
            <a:prstGeom prst="rect">
              <a:avLst/>
            </a:prstGeom>
          </p:spPr>
        </p:pic>
        <p:sp>
          <p:nvSpPr>
            <p:cNvPr id="9" name="矩形 8"/>
            <p:cNvSpPr/>
            <p:nvPr/>
          </p:nvSpPr>
          <p:spPr>
            <a:xfrm>
              <a:off x="4307" y="3745"/>
              <a:ext cx="1155" cy="6036"/>
            </a:xfrm>
            <a:prstGeom prst="rect">
              <a:avLst/>
            </a:prstGeom>
            <a:noFill/>
            <a:ln w="28575">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3956" y="3745"/>
              <a:ext cx="1817" cy="483"/>
            </a:xfrm>
            <a:prstGeom prst="rect">
              <a:avLst/>
            </a:prstGeom>
            <a:noFill/>
          </p:spPr>
          <p:txBody>
            <a:bodyPr wrap="square" rtlCol="0">
              <a:spAutoFit/>
            </a:bodyPr>
            <a:p>
              <a:pPr algn="ctr"/>
              <a:r>
                <a:rPr lang="en-US" altLang="zh-CN" sz="700" b="1">
                  <a:solidFill>
                    <a:srgbClr val="C00000"/>
                  </a:solidFill>
                </a:rPr>
                <a:t>MAX </a:t>
              </a:r>
              <a:endParaRPr lang="en-US" altLang="zh-CN" sz="700" b="1">
                <a:solidFill>
                  <a:srgbClr val="C00000"/>
                </a:solidFill>
              </a:endParaRPr>
            </a:p>
            <a:p>
              <a:pPr algn="ctr"/>
              <a:r>
                <a:rPr lang="en-US" altLang="zh-CN" sz="700" b="1">
                  <a:solidFill>
                    <a:srgbClr val="C00000"/>
                  </a:solidFill>
                </a:rPr>
                <a:t>4000kW</a:t>
              </a:r>
              <a:endParaRPr lang="en-US" altLang="zh-CN" sz="700" b="1">
                <a:solidFill>
                  <a:srgbClr val="C00000"/>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chemeClr val="tx2"/>
                </a:solidFill>
              </a:rPr>
              <a:t>储能配置</a:t>
            </a:r>
            <a:r>
              <a:rPr lang="zh-CN" altLang="en-US" dirty="0">
                <a:solidFill>
                  <a:schemeClr val="tx2"/>
                </a:solidFill>
              </a:rPr>
              <a:t>建议</a:t>
            </a:r>
            <a:endParaRPr lang="zh-CN" altLang="en-US" dirty="0">
              <a:solidFill>
                <a:schemeClr val="tx2"/>
              </a:solidFill>
            </a:endParaRPr>
          </a:p>
        </p:txBody>
      </p:sp>
      <p:sp>
        <p:nvSpPr>
          <p:cNvPr id="6" name="文本框 5"/>
          <p:cNvSpPr txBox="1"/>
          <p:nvPr/>
        </p:nvSpPr>
        <p:spPr>
          <a:xfrm>
            <a:off x="493395" y="1378585"/>
            <a:ext cx="11204575" cy="1060450"/>
          </a:xfrm>
          <a:prstGeom prst="rect">
            <a:avLst/>
          </a:prstGeom>
          <a:noFill/>
        </p:spPr>
        <p:txBody>
          <a:bodyPr wrap="square" rtlCol="0">
            <a:spAutoFit/>
          </a:bodyPr>
          <a:p>
            <a:pPr indent="0" fontAlgn="auto">
              <a:lnSpc>
                <a:spcPct val="150000"/>
              </a:lnSpc>
            </a:pPr>
            <a:r>
              <a:rPr lang="zh-CN" altLang="en-US" sz="1400">
                <a:solidFill>
                  <a:srgbClr val="080808"/>
                </a:solidFill>
                <a:latin typeface="仿宋" panose="02010609060101010101" charset="-122"/>
                <a:ea typeface="仿宋" panose="02010609060101010101" charset="-122"/>
                <a:cs typeface="仿宋" panose="02010609060101010101" charset="-122"/>
              </a:rPr>
              <a:t>如出于保守考虑、兼顾储能主流设备选型，</a:t>
            </a:r>
            <a:r>
              <a:rPr lang="zh-CN" altLang="en-US" sz="1400">
                <a:solidFill>
                  <a:srgbClr val="080808"/>
                </a:solidFill>
                <a:latin typeface="仿宋" panose="02010609060101010101" charset="-122"/>
                <a:ea typeface="仿宋" panose="02010609060101010101" charset="-122"/>
                <a:cs typeface="仿宋" panose="02010609060101010101" charset="-122"/>
              </a:rPr>
              <a:t>储能交流侧配置</a:t>
            </a:r>
            <a:r>
              <a:rPr lang="en-US" altLang="zh-CN" sz="1400">
                <a:solidFill>
                  <a:srgbClr val="080808"/>
                </a:solidFill>
                <a:latin typeface="仿宋" panose="02010609060101010101" charset="-122"/>
                <a:ea typeface="仿宋" panose="02010609060101010101" charset="-122"/>
                <a:cs typeface="仿宋" panose="02010609060101010101" charset="-122"/>
              </a:rPr>
              <a:t>5000kW</a:t>
            </a:r>
            <a:r>
              <a:rPr lang="zh-CN" altLang="en-US" sz="1400">
                <a:solidFill>
                  <a:srgbClr val="080808"/>
                </a:solidFill>
                <a:latin typeface="仿宋" panose="02010609060101010101" charset="-122"/>
                <a:ea typeface="仿宋" panose="02010609060101010101" charset="-122"/>
                <a:cs typeface="仿宋" panose="02010609060101010101" charset="-122"/>
              </a:rPr>
              <a:t>，对应不同直流侧容量水平下，储能功率缺额累计如下：配置</a:t>
            </a:r>
            <a:r>
              <a:rPr lang="en-US" altLang="zh-CN" sz="1400" b="1">
                <a:solidFill>
                  <a:srgbClr val="080808"/>
                </a:solidFill>
                <a:latin typeface="仿宋" panose="02010609060101010101" charset="-122"/>
                <a:ea typeface="仿宋" panose="02010609060101010101" charset="-122"/>
                <a:cs typeface="仿宋" panose="02010609060101010101" charset="-122"/>
              </a:rPr>
              <a:t>4</a:t>
            </a:r>
            <a:r>
              <a:rPr lang="zh-CN" altLang="en-US" sz="1400" b="1">
                <a:solidFill>
                  <a:srgbClr val="080808"/>
                </a:solidFill>
                <a:latin typeface="仿宋" panose="02010609060101010101" charset="-122"/>
                <a:ea typeface="仿宋" panose="02010609060101010101" charset="-122"/>
                <a:cs typeface="仿宋" panose="02010609060101010101" charset="-122"/>
              </a:rPr>
              <a:t>小时储能系统（</a:t>
            </a:r>
            <a:r>
              <a:rPr lang="en-US" altLang="zh-CN" sz="1400" b="1">
                <a:solidFill>
                  <a:srgbClr val="080808"/>
                </a:solidFill>
                <a:latin typeface="仿宋" panose="02010609060101010101" charset="-122"/>
                <a:ea typeface="仿宋" panose="02010609060101010101" charset="-122"/>
                <a:cs typeface="仿宋" panose="02010609060101010101" charset="-122"/>
              </a:rPr>
              <a:t>5</a:t>
            </a:r>
            <a:r>
              <a:rPr lang="en-US" altLang="zh-CN" sz="1400" b="1">
                <a:solidFill>
                  <a:srgbClr val="080808"/>
                </a:solidFill>
                <a:latin typeface="仿宋" panose="02010609060101010101" charset="-122"/>
                <a:ea typeface="仿宋" panose="02010609060101010101" charset="-122"/>
                <a:cs typeface="仿宋" panose="02010609060101010101" charset="-122"/>
              </a:rPr>
              <a:t>MW/20MWh</a:t>
            </a:r>
            <a:r>
              <a:rPr lang="zh-CN" altLang="en-US" sz="1400" b="1">
                <a:solidFill>
                  <a:srgbClr val="080808"/>
                </a:solidFill>
                <a:latin typeface="仿宋" panose="02010609060101010101" charset="-122"/>
                <a:ea typeface="仿宋" panose="02010609060101010101" charset="-122"/>
                <a:cs typeface="仿宋" panose="02010609060101010101" charset="-122"/>
              </a:rPr>
              <a:t>）</a:t>
            </a:r>
            <a:r>
              <a:rPr lang="zh-CN" altLang="en-US" sz="1400">
                <a:solidFill>
                  <a:srgbClr val="080808"/>
                </a:solidFill>
                <a:latin typeface="仿宋" panose="02010609060101010101" charset="-122"/>
                <a:ea typeface="仿宋" panose="02010609060101010101" charset="-122"/>
                <a:cs typeface="仿宋" panose="02010609060101010101" charset="-122"/>
              </a:rPr>
              <a:t>，需求覆盖率为</a:t>
            </a:r>
            <a:r>
              <a:rPr lang="en-US" altLang="zh-CN" sz="1400" b="1" i="1">
                <a:solidFill>
                  <a:srgbClr val="C00000"/>
                </a:solidFill>
                <a:latin typeface="仿宋" panose="02010609060101010101" charset="-122"/>
                <a:ea typeface="仿宋" panose="02010609060101010101" charset="-122"/>
                <a:cs typeface="仿宋" panose="02010609060101010101" charset="-122"/>
              </a:rPr>
              <a:t>99.02%</a:t>
            </a:r>
            <a:r>
              <a:rPr lang="zh-CN" altLang="en-US" sz="1400">
                <a:solidFill>
                  <a:srgbClr val="080808"/>
                </a:solidFill>
                <a:latin typeface="仿宋" panose="02010609060101010101" charset="-122"/>
                <a:ea typeface="仿宋" panose="02010609060101010101" charset="-122"/>
                <a:cs typeface="仿宋" panose="02010609060101010101" charset="-122"/>
              </a:rPr>
              <a:t>，配置</a:t>
            </a:r>
            <a:r>
              <a:rPr lang="en-US" altLang="zh-CN" sz="1400" b="1">
                <a:solidFill>
                  <a:srgbClr val="080808"/>
                </a:solidFill>
                <a:latin typeface="仿宋" panose="02010609060101010101" charset="-122"/>
                <a:ea typeface="仿宋" panose="02010609060101010101" charset="-122"/>
                <a:cs typeface="仿宋" panose="02010609060101010101" charset="-122"/>
              </a:rPr>
              <a:t>5</a:t>
            </a:r>
            <a:r>
              <a:rPr lang="zh-CN" altLang="en-US" sz="1400" b="1">
                <a:solidFill>
                  <a:srgbClr val="080808"/>
                </a:solidFill>
                <a:latin typeface="仿宋" panose="02010609060101010101" charset="-122"/>
                <a:ea typeface="仿宋" panose="02010609060101010101" charset="-122"/>
                <a:cs typeface="仿宋" panose="02010609060101010101" charset="-122"/>
              </a:rPr>
              <a:t>小时储能系统</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a:t>
            </a:r>
            <a:r>
              <a:rPr lang="en-US" altLang="zh-CN" sz="1400" b="1">
                <a:solidFill>
                  <a:srgbClr val="080808"/>
                </a:solidFill>
                <a:latin typeface="仿宋" panose="02010609060101010101" charset="-122"/>
                <a:ea typeface="仿宋" panose="02010609060101010101" charset="-122"/>
                <a:cs typeface="仿宋" panose="02010609060101010101" charset="-122"/>
                <a:sym typeface="+mn-ea"/>
              </a:rPr>
              <a:t>5</a:t>
            </a:r>
            <a:r>
              <a:rPr lang="en-US" altLang="zh-CN" sz="1400" b="1">
                <a:solidFill>
                  <a:srgbClr val="080808"/>
                </a:solidFill>
                <a:latin typeface="仿宋" panose="02010609060101010101" charset="-122"/>
                <a:ea typeface="仿宋" panose="02010609060101010101" charset="-122"/>
                <a:cs typeface="仿宋" panose="02010609060101010101" charset="-122"/>
                <a:sym typeface="+mn-ea"/>
              </a:rPr>
              <a:t>MW/25MWh</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a:t>
            </a:r>
            <a:r>
              <a:rPr lang="zh-CN" altLang="en-US" sz="1400">
                <a:solidFill>
                  <a:srgbClr val="080808"/>
                </a:solidFill>
                <a:latin typeface="仿宋" panose="02010609060101010101" charset="-122"/>
                <a:ea typeface="仿宋" panose="02010609060101010101" charset="-122"/>
                <a:cs typeface="仿宋" panose="02010609060101010101" charset="-122"/>
              </a:rPr>
              <a:t>，需求覆盖率为</a:t>
            </a:r>
            <a:r>
              <a:rPr lang="en-US" altLang="zh-CN" sz="1400" b="1" i="1">
                <a:solidFill>
                  <a:srgbClr val="C00000"/>
                </a:solidFill>
                <a:latin typeface="仿宋" panose="02010609060101010101" charset="-122"/>
                <a:ea typeface="仿宋" panose="02010609060101010101" charset="-122"/>
                <a:cs typeface="仿宋" panose="02010609060101010101" charset="-122"/>
              </a:rPr>
              <a:t>99.89%</a:t>
            </a:r>
            <a:r>
              <a:rPr lang="zh-CN" altLang="en-US" sz="1400">
                <a:solidFill>
                  <a:srgbClr val="080808"/>
                </a:solidFill>
                <a:latin typeface="仿宋" panose="02010609060101010101" charset="-122"/>
                <a:ea typeface="仿宋" panose="02010609060101010101" charset="-122"/>
                <a:cs typeface="仿宋" panose="02010609060101010101" charset="-122"/>
              </a:rPr>
              <a:t>，配置</a:t>
            </a:r>
            <a:r>
              <a:rPr lang="en-US" altLang="zh-CN" sz="1400" b="1">
                <a:solidFill>
                  <a:srgbClr val="080808"/>
                </a:solidFill>
                <a:latin typeface="仿宋" panose="02010609060101010101" charset="-122"/>
                <a:ea typeface="仿宋" panose="02010609060101010101" charset="-122"/>
                <a:cs typeface="仿宋" panose="02010609060101010101" charset="-122"/>
              </a:rPr>
              <a:t>5.252</a:t>
            </a:r>
            <a:r>
              <a:rPr lang="zh-CN" altLang="en-US" sz="1400" b="1">
                <a:solidFill>
                  <a:srgbClr val="080808"/>
                </a:solidFill>
                <a:latin typeface="仿宋" panose="02010609060101010101" charset="-122"/>
                <a:ea typeface="仿宋" panose="02010609060101010101" charset="-122"/>
                <a:cs typeface="仿宋" panose="02010609060101010101" charset="-122"/>
              </a:rPr>
              <a:t>小时储能系统</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a:t>
            </a:r>
            <a:r>
              <a:rPr lang="en-US" altLang="zh-CN" sz="1400" b="1">
                <a:solidFill>
                  <a:srgbClr val="080808"/>
                </a:solidFill>
                <a:latin typeface="仿宋" panose="02010609060101010101" charset="-122"/>
                <a:ea typeface="仿宋" panose="02010609060101010101" charset="-122"/>
                <a:cs typeface="仿宋" panose="02010609060101010101" charset="-122"/>
                <a:sym typeface="+mn-ea"/>
              </a:rPr>
              <a:t>5</a:t>
            </a:r>
            <a:r>
              <a:rPr lang="en-US" altLang="zh-CN" sz="1400" b="1">
                <a:solidFill>
                  <a:srgbClr val="080808"/>
                </a:solidFill>
                <a:latin typeface="仿宋" panose="02010609060101010101" charset="-122"/>
                <a:ea typeface="仿宋" panose="02010609060101010101" charset="-122"/>
                <a:cs typeface="仿宋" panose="02010609060101010101" charset="-122"/>
                <a:sym typeface="+mn-ea"/>
              </a:rPr>
              <a:t>MW/26.26MWh</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a:t>
            </a:r>
            <a:r>
              <a:rPr lang="zh-CN" altLang="en-US" sz="1400">
                <a:solidFill>
                  <a:srgbClr val="080808"/>
                </a:solidFill>
                <a:latin typeface="仿宋" panose="02010609060101010101" charset="-122"/>
                <a:ea typeface="仿宋" panose="02010609060101010101" charset="-122"/>
                <a:cs typeface="仿宋" panose="02010609060101010101" charset="-122"/>
              </a:rPr>
              <a:t>，需求覆盖率为</a:t>
            </a:r>
            <a:r>
              <a:rPr lang="en-US" altLang="zh-CN" sz="1400" b="1" i="1">
                <a:solidFill>
                  <a:srgbClr val="C00000"/>
                </a:solidFill>
                <a:latin typeface="仿宋" panose="02010609060101010101" charset="-122"/>
                <a:ea typeface="仿宋" panose="02010609060101010101" charset="-122"/>
                <a:cs typeface="仿宋" panose="02010609060101010101" charset="-122"/>
              </a:rPr>
              <a:t>100</a:t>
            </a:r>
            <a:r>
              <a:rPr lang="en-US" altLang="zh-CN" sz="1400" b="1" i="1">
                <a:solidFill>
                  <a:srgbClr val="C00000"/>
                </a:solidFill>
                <a:latin typeface="仿宋" panose="02010609060101010101" charset="-122"/>
                <a:ea typeface="仿宋" panose="02010609060101010101" charset="-122"/>
                <a:cs typeface="仿宋" panose="02010609060101010101" charset="-122"/>
              </a:rPr>
              <a:t>%</a:t>
            </a:r>
            <a:r>
              <a:rPr lang="zh-CN" altLang="en-US" sz="1400">
                <a:solidFill>
                  <a:srgbClr val="080808"/>
                </a:solidFill>
                <a:latin typeface="仿宋" panose="02010609060101010101" charset="-122"/>
                <a:ea typeface="仿宋" panose="02010609060101010101" charset="-122"/>
                <a:cs typeface="仿宋" panose="02010609060101010101" charset="-122"/>
              </a:rPr>
              <a:t>。</a:t>
            </a:r>
            <a:endParaRPr lang="zh-CN" altLang="en-US" sz="1400">
              <a:solidFill>
                <a:srgbClr val="080808"/>
              </a:solidFill>
              <a:latin typeface="仿宋" panose="02010609060101010101" charset="-122"/>
              <a:ea typeface="仿宋" panose="02010609060101010101" charset="-122"/>
              <a:cs typeface="仿宋" panose="02010609060101010101" charset="-122"/>
            </a:endParaRPr>
          </a:p>
        </p:txBody>
      </p:sp>
      <p:pic>
        <p:nvPicPr>
          <p:cNvPr id="3" name="图片 2"/>
          <p:cNvPicPr>
            <a:picLocks noChangeAspect="1"/>
          </p:cNvPicPr>
          <p:nvPr/>
        </p:nvPicPr>
        <p:blipFill>
          <a:blip r:embed="rId1"/>
          <a:stretch>
            <a:fillRect/>
          </a:stretch>
        </p:blipFill>
        <p:spPr>
          <a:xfrm>
            <a:off x="1504315" y="2439035"/>
            <a:ext cx="8691880" cy="37814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0251" y="648347"/>
            <a:ext cx="10998200" cy="549275"/>
          </a:xfrm>
        </p:spPr>
        <p:txBody>
          <a:bodyPr>
            <a:normAutofit/>
          </a:bodyPr>
          <a:lstStyle/>
          <a:p>
            <a:r>
              <a:rPr lang="zh-CN" altLang="en-US" dirty="0">
                <a:solidFill>
                  <a:schemeClr val="tx2"/>
                </a:solidFill>
              </a:rPr>
              <a:t>储能配置经济性</a:t>
            </a:r>
            <a:r>
              <a:rPr lang="zh-CN" altLang="en-US" dirty="0">
                <a:solidFill>
                  <a:schemeClr val="tx2"/>
                </a:solidFill>
              </a:rPr>
              <a:t>测算</a:t>
            </a:r>
            <a:endParaRPr lang="zh-CN" altLang="en-US" dirty="0">
              <a:solidFill>
                <a:schemeClr val="tx2"/>
              </a:solidFill>
            </a:endParaRPr>
          </a:p>
        </p:txBody>
      </p:sp>
      <p:sp>
        <p:nvSpPr>
          <p:cNvPr id="4" name="文本框 3"/>
          <p:cNvSpPr txBox="1"/>
          <p:nvPr/>
        </p:nvSpPr>
        <p:spPr>
          <a:xfrm>
            <a:off x="493395" y="1507490"/>
            <a:ext cx="11204575" cy="2030095"/>
          </a:xfrm>
          <a:prstGeom prst="rect">
            <a:avLst/>
          </a:prstGeom>
          <a:noFill/>
        </p:spPr>
        <p:txBody>
          <a:bodyPr wrap="square" rtlCol="0">
            <a:spAutoFit/>
          </a:bodyPr>
          <a:p>
            <a:pPr indent="0" fontAlgn="auto">
              <a:lnSpc>
                <a:spcPct val="150000"/>
              </a:lnSpc>
            </a:pPr>
            <a:r>
              <a:rPr lang="zh-CN" altLang="en-US" sz="1400">
                <a:solidFill>
                  <a:srgbClr val="080808"/>
                </a:solidFill>
                <a:latin typeface="仿宋" panose="02010609060101010101" charset="-122"/>
                <a:ea typeface="仿宋" panose="02010609060101010101" charset="-122"/>
                <a:cs typeface="仿宋" panose="02010609060101010101" charset="-122"/>
              </a:rPr>
              <a:t>以配置</a:t>
            </a:r>
            <a:r>
              <a:rPr lang="en-US" altLang="zh-CN" sz="1400">
                <a:solidFill>
                  <a:srgbClr val="080808"/>
                </a:solidFill>
                <a:latin typeface="仿宋" panose="02010609060101010101" charset="-122"/>
                <a:ea typeface="仿宋" panose="02010609060101010101" charset="-122"/>
                <a:cs typeface="仿宋" panose="02010609060101010101" charset="-122"/>
              </a:rPr>
              <a:t>5MW/20MWh</a:t>
            </a:r>
            <a:r>
              <a:rPr lang="zh-CN" altLang="en-US" sz="1400">
                <a:solidFill>
                  <a:srgbClr val="080808"/>
                </a:solidFill>
                <a:latin typeface="仿宋" panose="02010609060101010101" charset="-122"/>
                <a:ea typeface="仿宋" panose="02010609060101010101" charset="-122"/>
                <a:cs typeface="仿宋" panose="02010609060101010101" charset="-122"/>
              </a:rPr>
              <a:t>储能系统为例，储能配置经济性测算如下：</a:t>
            </a:r>
            <a:endParaRPr lang="zh-CN" altLang="en-US" sz="1400">
              <a:solidFill>
                <a:srgbClr val="080808"/>
              </a:solidFill>
              <a:latin typeface="仿宋" panose="02010609060101010101" charset="-122"/>
              <a:ea typeface="仿宋" panose="02010609060101010101" charset="-122"/>
              <a:cs typeface="仿宋" panose="02010609060101010101" charset="-122"/>
            </a:endParaRPr>
          </a:p>
          <a:p>
            <a:pPr marL="285750" indent="-285750" fontAlgn="auto">
              <a:lnSpc>
                <a:spcPct val="150000"/>
              </a:lnSpc>
              <a:buFont typeface="Wingdings" panose="05000000000000000000" charset="0"/>
              <a:buChar char="ü"/>
            </a:pPr>
            <a:r>
              <a:rPr lang="zh-CN" altLang="en-US" sz="1400" b="1">
                <a:solidFill>
                  <a:srgbClr val="080808"/>
                </a:solidFill>
                <a:latin typeface="仿宋" panose="02010609060101010101" charset="-122"/>
                <a:ea typeface="仿宋" panose="02010609060101010101" charset="-122"/>
                <a:cs typeface="仿宋" panose="02010609060101010101" charset="-122"/>
              </a:rPr>
              <a:t>容量电费</a:t>
            </a:r>
            <a:r>
              <a:rPr lang="zh-CN" altLang="en-US" sz="1400" b="1">
                <a:solidFill>
                  <a:srgbClr val="080808"/>
                </a:solidFill>
                <a:latin typeface="仿宋" panose="02010609060101010101" charset="-122"/>
                <a:ea typeface="仿宋" panose="02010609060101010101" charset="-122"/>
                <a:cs typeface="仿宋" panose="02010609060101010101" charset="-122"/>
              </a:rPr>
              <a:t>节约收益</a:t>
            </a:r>
            <a:endParaRPr lang="zh-CN" altLang="en-US" sz="1400" b="1">
              <a:solidFill>
                <a:srgbClr val="080808"/>
              </a:solidFill>
              <a:latin typeface="仿宋" panose="02010609060101010101" charset="-122"/>
              <a:ea typeface="仿宋" panose="02010609060101010101" charset="-122"/>
              <a:cs typeface="仿宋" panose="02010609060101010101" charset="-122"/>
            </a:endParaRPr>
          </a:p>
          <a:p>
            <a:pPr indent="0" fontAlgn="auto">
              <a:lnSpc>
                <a:spcPct val="150000"/>
              </a:lnSpc>
              <a:buFont typeface="Wingdings" panose="05000000000000000000" charset="0"/>
              <a:buNone/>
            </a:pPr>
            <a:r>
              <a:rPr lang="en-US" altLang="zh-CN" sz="1400">
                <a:solidFill>
                  <a:srgbClr val="080808"/>
                </a:solidFill>
                <a:latin typeface="仿宋" panose="02010609060101010101" charset="-122"/>
                <a:ea typeface="仿宋" panose="02010609060101010101" charset="-122"/>
                <a:cs typeface="仿宋" panose="02010609060101010101" charset="-122"/>
              </a:rPr>
              <a:t>    </a:t>
            </a:r>
            <a:r>
              <a:rPr lang="zh-CN" altLang="en-US" sz="1400">
                <a:solidFill>
                  <a:srgbClr val="080808"/>
                </a:solidFill>
                <a:latin typeface="仿宋" panose="02010609060101010101" charset="-122"/>
                <a:ea typeface="仿宋" panose="02010609060101010101" charset="-122"/>
                <a:cs typeface="仿宋" panose="02010609060101010101" charset="-122"/>
              </a:rPr>
              <a:t>因配置储能，可在控制变压器容量的同时，实现项目安全生产。基于</a:t>
            </a:r>
            <a:r>
              <a:rPr lang="zh-CN" altLang="en-US" sz="1400">
                <a:solidFill>
                  <a:srgbClr val="080808"/>
                </a:solidFill>
                <a:latin typeface="仿宋" panose="02010609060101010101" charset="-122"/>
                <a:ea typeface="仿宋" panose="02010609060101010101" charset="-122"/>
                <a:sym typeface="+mn-ea"/>
              </a:rPr>
              <a:t>《关于完善价格机制促进新能源发电就近消纳的通知发改价格》【</a:t>
            </a:r>
            <a:r>
              <a:rPr lang="en-US" altLang="zh-CN" sz="1400">
                <a:solidFill>
                  <a:srgbClr val="080808"/>
                </a:solidFill>
                <a:latin typeface="仿宋" panose="02010609060101010101" charset="-122"/>
                <a:ea typeface="仿宋" panose="02010609060101010101" charset="-122"/>
                <a:sym typeface="+mn-ea"/>
              </a:rPr>
              <a:t>2025</a:t>
            </a:r>
            <a:r>
              <a:rPr lang="zh-CN" altLang="en-US" sz="1400">
                <a:solidFill>
                  <a:srgbClr val="080808"/>
                </a:solidFill>
                <a:latin typeface="仿宋" panose="02010609060101010101" charset="-122"/>
                <a:ea typeface="仿宋" panose="02010609060101010101" charset="-122"/>
                <a:sym typeface="+mn-ea"/>
              </a:rPr>
              <a:t>】</a:t>
            </a:r>
            <a:r>
              <a:rPr lang="en-US" altLang="zh-CN" sz="1400">
                <a:solidFill>
                  <a:srgbClr val="080808"/>
                </a:solidFill>
                <a:latin typeface="仿宋" panose="02010609060101010101" charset="-122"/>
                <a:ea typeface="仿宋" panose="02010609060101010101" charset="-122"/>
                <a:sym typeface="+mn-ea"/>
              </a:rPr>
              <a:t>1192</a:t>
            </a:r>
            <a:r>
              <a:rPr lang="zh-CN" altLang="en-US" sz="1400">
                <a:solidFill>
                  <a:srgbClr val="080808"/>
                </a:solidFill>
                <a:latin typeface="仿宋" panose="02010609060101010101" charset="-122"/>
                <a:ea typeface="仿宋" panose="02010609060101010101" charset="-122"/>
                <a:sym typeface="+mn-ea"/>
              </a:rPr>
              <a:t>号文项目容（需）量电费缴纳要求，通过配置储能可节约容量电费按照如下公式</a:t>
            </a:r>
            <a:r>
              <a:rPr lang="zh-CN" altLang="en-US" sz="1400">
                <a:solidFill>
                  <a:srgbClr val="080808"/>
                </a:solidFill>
                <a:latin typeface="仿宋" panose="02010609060101010101" charset="-122"/>
                <a:ea typeface="仿宋" panose="02010609060101010101" charset="-122"/>
                <a:sym typeface="+mn-ea"/>
              </a:rPr>
              <a:t>轧差计算：</a:t>
            </a:r>
            <a:endParaRPr lang="zh-CN" altLang="en-US" sz="1400">
              <a:solidFill>
                <a:srgbClr val="080808"/>
              </a:solidFill>
              <a:latin typeface="仿宋" panose="02010609060101010101" charset="-122"/>
              <a:ea typeface="仿宋" panose="02010609060101010101" charset="-122"/>
              <a:sym typeface="+mn-ea"/>
            </a:endParaRPr>
          </a:p>
          <a:p>
            <a:pPr indent="0" fontAlgn="auto">
              <a:lnSpc>
                <a:spcPct val="150000"/>
              </a:lnSpc>
              <a:buFont typeface="Wingdings" panose="05000000000000000000" charset="0"/>
              <a:buNone/>
            </a:pPr>
            <a:r>
              <a:rPr lang="en-US" altLang="zh-CN" sz="1400">
                <a:solidFill>
                  <a:srgbClr val="080808"/>
                </a:solidFill>
                <a:latin typeface="仿宋" panose="02010609060101010101" charset="-122"/>
                <a:ea typeface="仿宋" panose="02010609060101010101" charset="-122"/>
                <a:cs typeface="仿宋" panose="02010609060101010101" charset="-122"/>
              </a:rPr>
              <a:t>   </a:t>
            </a:r>
            <a:r>
              <a:rPr lang="en-US" altLang="zh-CN" sz="1400" b="1">
                <a:solidFill>
                  <a:srgbClr val="080808"/>
                </a:solidFill>
                <a:latin typeface="仿宋" panose="02010609060101010101" charset="-122"/>
                <a:ea typeface="仿宋" panose="02010609060101010101" charset="-122"/>
                <a:cs typeface="仿宋" panose="02010609060101010101" charset="-122"/>
              </a:rPr>
              <a:t> </a:t>
            </a:r>
            <a:r>
              <a:rPr lang="zh-CN" altLang="en-US" sz="1400" b="1">
                <a:solidFill>
                  <a:srgbClr val="080808"/>
                </a:solidFill>
                <a:latin typeface="仿宋" panose="02010609060101010101" charset="-122"/>
                <a:ea typeface="仿宋" panose="02010609060101010101" charset="-122"/>
                <a:cs typeface="仿宋" panose="02010609060101010101" charset="-122"/>
              </a:rPr>
              <a:t>容（需）量电费</a:t>
            </a:r>
            <a:r>
              <a:rPr lang="en-US" altLang="zh-CN" sz="1400" b="1">
                <a:solidFill>
                  <a:srgbClr val="080808"/>
                </a:solidFill>
                <a:latin typeface="仿宋" panose="02010609060101010101" charset="-122"/>
                <a:ea typeface="仿宋" panose="02010609060101010101" charset="-122"/>
                <a:cs typeface="仿宋" panose="02010609060101010101" charset="-122"/>
              </a:rPr>
              <a:t>=</a:t>
            </a:r>
            <a:r>
              <a:rPr lang="zh-CN" altLang="en-US" sz="1400" b="1">
                <a:solidFill>
                  <a:srgbClr val="080808"/>
                </a:solidFill>
                <a:latin typeface="仿宋" panose="02010609060101010101" charset="-122"/>
                <a:ea typeface="仿宋" panose="02010609060101010101" charset="-122"/>
                <a:cs typeface="仿宋" panose="02010609060101010101" charset="-122"/>
              </a:rPr>
              <a:t>按现行政策缴纳的容（需）量电费＋所在电压等级现行电量电价标准</a:t>
            </a:r>
            <a:r>
              <a:rPr lang="en-US" altLang="en-US" sz="1400" b="1">
                <a:solidFill>
                  <a:srgbClr val="080808"/>
                </a:solidFill>
                <a:latin typeface="仿宋" panose="02010609060101010101" charset="-122"/>
                <a:ea typeface="仿宋" panose="02010609060101010101" charset="-122"/>
                <a:cs typeface="仿宋" panose="02010609060101010101" charset="-122"/>
              </a:rPr>
              <a:t>×</a:t>
            </a:r>
            <a:r>
              <a:rPr lang="zh-CN" altLang="en-US" sz="1400" b="1">
                <a:solidFill>
                  <a:srgbClr val="080808"/>
                </a:solidFill>
                <a:latin typeface="仿宋" panose="02010609060101010101" charset="-122"/>
                <a:ea typeface="仿宋" panose="02010609060101010101" charset="-122"/>
                <a:cs typeface="仿宋" panose="02010609060101010101" charset="-122"/>
              </a:rPr>
              <a:t>平均负荷率</a:t>
            </a:r>
            <a:r>
              <a:rPr lang="en-US" altLang="en-US" sz="1400" b="1">
                <a:solidFill>
                  <a:srgbClr val="080808"/>
                </a:solidFill>
                <a:latin typeface="仿宋" panose="02010609060101010101" charset="-122"/>
                <a:ea typeface="仿宋" panose="02010609060101010101" charset="-122"/>
                <a:cs typeface="仿宋" panose="02010609060101010101" charset="-122"/>
              </a:rPr>
              <a:t>×</a:t>
            </a:r>
            <a:r>
              <a:rPr lang="en-US" altLang="zh-CN" sz="1400" b="1">
                <a:solidFill>
                  <a:srgbClr val="080808"/>
                </a:solidFill>
                <a:latin typeface="仿宋" panose="02010609060101010101" charset="-122"/>
                <a:ea typeface="仿宋" panose="02010609060101010101" charset="-122"/>
                <a:cs typeface="仿宋" panose="02010609060101010101" charset="-122"/>
              </a:rPr>
              <a:t>730</a:t>
            </a:r>
            <a:r>
              <a:rPr lang="zh-CN" altLang="en-US" sz="1400" b="1">
                <a:solidFill>
                  <a:srgbClr val="080808"/>
                </a:solidFill>
                <a:latin typeface="仿宋" panose="02010609060101010101" charset="-122"/>
                <a:ea typeface="仿宋" panose="02010609060101010101" charset="-122"/>
                <a:cs typeface="仿宋" panose="02010609060101010101" charset="-122"/>
              </a:rPr>
              <a:t>小时</a:t>
            </a:r>
            <a:r>
              <a:rPr lang="en-US" altLang="en-US" sz="1400" b="1">
                <a:solidFill>
                  <a:srgbClr val="080808"/>
                </a:solidFill>
                <a:latin typeface="仿宋" panose="02010609060101010101" charset="-122"/>
                <a:ea typeface="仿宋" panose="02010609060101010101" charset="-122"/>
                <a:cs typeface="仿宋" panose="02010609060101010101" charset="-122"/>
              </a:rPr>
              <a:t>×</a:t>
            </a:r>
            <a:r>
              <a:rPr lang="zh-CN" altLang="en-US" sz="1400" b="1">
                <a:solidFill>
                  <a:srgbClr val="080808"/>
                </a:solidFill>
                <a:latin typeface="仿宋" panose="02010609060101010101" charset="-122"/>
                <a:ea typeface="仿宋" panose="02010609060101010101" charset="-122"/>
                <a:cs typeface="仿宋" panose="02010609060101010101" charset="-122"/>
              </a:rPr>
              <a:t>接入公共电网容量</a:t>
            </a:r>
            <a:endParaRPr lang="zh-CN" altLang="en-US" sz="1400">
              <a:solidFill>
                <a:srgbClr val="080808"/>
              </a:solidFill>
              <a:latin typeface="仿宋" panose="02010609060101010101" charset="-122"/>
              <a:ea typeface="仿宋" panose="02010609060101010101" charset="-122"/>
              <a:cs typeface="仿宋" panose="02010609060101010101" charset="-122"/>
            </a:endParaRPr>
          </a:p>
          <a:p>
            <a:pPr indent="0" fontAlgn="auto">
              <a:lnSpc>
                <a:spcPct val="150000"/>
              </a:lnSpc>
              <a:buFont typeface="Wingdings" panose="05000000000000000000" charset="0"/>
              <a:buNone/>
            </a:pPr>
            <a:r>
              <a:rPr lang="en-US" altLang="zh-CN" sz="1400">
                <a:solidFill>
                  <a:srgbClr val="080808"/>
                </a:solidFill>
                <a:latin typeface="仿宋" panose="02010609060101010101" charset="-122"/>
                <a:ea typeface="仿宋" panose="02010609060101010101" charset="-122"/>
                <a:cs typeface="仿宋" panose="02010609060101010101" charset="-122"/>
              </a:rPr>
              <a:t>    </a:t>
            </a:r>
            <a:r>
              <a:rPr lang="zh-CN" altLang="en-US" sz="1400">
                <a:solidFill>
                  <a:srgbClr val="080808"/>
                </a:solidFill>
                <a:latin typeface="仿宋" panose="02010609060101010101" charset="-122"/>
                <a:ea typeface="仿宋" panose="02010609060101010101" charset="-122"/>
                <a:cs typeface="仿宋" panose="02010609060101010101" charset="-122"/>
              </a:rPr>
              <a:t>节约容量电费</a:t>
            </a:r>
            <a:r>
              <a:rPr lang="en-US" altLang="zh-CN" sz="1400">
                <a:solidFill>
                  <a:srgbClr val="080808"/>
                </a:solidFill>
                <a:latin typeface="仿宋" panose="02010609060101010101" charset="-122"/>
                <a:ea typeface="仿宋" panose="02010609060101010101" charset="-122"/>
                <a:cs typeface="仿宋" panose="02010609060101010101" charset="-122"/>
              </a:rPr>
              <a:t>=</a:t>
            </a:r>
            <a:r>
              <a:rPr lang="zh-CN" altLang="en-US" sz="1400">
                <a:solidFill>
                  <a:srgbClr val="080808"/>
                </a:solidFill>
                <a:latin typeface="仿宋" panose="02010609060101010101" charset="-122"/>
                <a:ea typeface="仿宋" panose="02010609060101010101" charset="-122"/>
                <a:cs typeface="仿宋" panose="02010609060101010101" charset="-122"/>
              </a:rPr>
              <a:t>（</a:t>
            </a:r>
            <a:r>
              <a:rPr lang="en-US" altLang="zh-CN" sz="1400">
                <a:solidFill>
                  <a:srgbClr val="080808"/>
                </a:solidFill>
                <a:latin typeface="仿宋" panose="02010609060101010101" charset="-122"/>
                <a:ea typeface="仿宋" panose="02010609060101010101" charset="-122"/>
                <a:cs typeface="仿宋" panose="02010609060101010101" charset="-122"/>
              </a:rPr>
              <a:t>63000-50000)*(22+0.1097*0.5*730)=806,526.5</a:t>
            </a:r>
            <a:r>
              <a:rPr lang="zh-CN" altLang="en-US" sz="1400">
                <a:solidFill>
                  <a:srgbClr val="080808"/>
                </a:solidFill>
                <a:latin typeface="仿宋" panose="02010609060101010101" charset="-122"/>
                <a:ea typeface="仿宋" panose="02010609060101010101" charset="-122"/>
                <a:cs typeface="仿宋" panose="02010609060101010101" charset="-122"/>
              </a:rPr>
              <a:t>元</a:t>
            </a:r>
            <a:r>
              <a:rPr lang="en-US" altLang="zh-CN" sz="1400">
                <a:solidFill>
                  <a:srgbClr val="080808"/>
                </a:solidFill>
                <a:latin typeface="仿宋" panose="02010609060101010101" charset="-122"/>
                <a:ea typeface="仿宋" panose="02010609060101010101" charset="-122"/>
                <a:cs typeface="仿宋" panose="02010609060101010101" charset="-122"/>
              </a:rPr>
              <a:t>/</a:t>
            </a:r>
            <a:r>
              <a:rPr lang="zh-CN" altLang="en-US" sz="1400">
                <a:solidFill>
                  <a:srgbClr val="080808"/>
                </a:solidFill>
                <a:latin typeface="仿宋" panose="02010609060101010101" charset="-122"/>
                <a:ea typeface="仿宋" panose="02010609060101010101" charset="-122"/>
                <a:cs typeface="仿宋" panose="02010609060101010101" charset="-122"/>
              </a:rPr>
              <a:t>月</a:t>
            </a:r>
            <a:endParaRPr lang="zh-CN" altLang="en-US" sz="1400">
              <a:solidFill>
                <a:srgbClr val="080808"/>
              </a:solidFill>
              <a:latin typeface="仿宋" panose="02010609060101010101" charset="-122"/>
              <a:ea typeface="仿宋" panose="02010609060101010101" charset="-122"/>
              <a:cs typeface="仿宋" panose="02010609060101010101" charset="-122"/>
            </a:endParaRPr>
          </a:p>
        </p:txBody>
      </p:sp>
      <p:pic>
        <p:nvPicPr>
          <p:cNvPr id="8" name="图片 7"/>
          <p:cNvPicPr>
            <a:picLocks noChangeAspect="1"/>
          </p:cNvPicPr>
          <p:nvPr/>
        </p:nvPicPr>
        <p:blipFill>
          <a:blip r:embed="rId1"/>
          <a:stretch>
            <a:fillRect/>
          </a:stretch>
        </p:blipFill>
        <p:spPr>
          <a:xfrm>
            <a:off x="2636520" y="3537585"/>
            <a:ext cx="6680835" cy="2755265"/>
          </a:xfrm>
          <a:prstGeom prst="rect">
            <a:avLst/>
          </a:prstGeom>
        </p:spPr>
      </p:pic>
      <p:sp>
        <p:nvSpPr>
          <p:cNvPr id="9" name="文本框 8"/>
          <p:cNvSpPr txBox="1"/>
          <p:nvPr/>
        </p:nvSpPr>
        <p:spPr>
          <a:xfrm>
            <a:off x="829945" y="6374130"/>
            <a:ext cx="10697845" cy="306705"/>
          </a:xfrm>
          <a:prstGeom prst="rect">
            <a:avLst/>
          </a:prstGeom>
          <a:noFill/>
        </p:spPr>
        <p:txBody>
          <a:bodyPr wrap="square" rtlCol="0">
            <a:spAutoFit/>
          </a:bodyPr>
          <a:p>
            <a:r>
              <a:rPr lang="zh-CN" altLang="en-US" sz="1400" b="1">
                <a:solidFill>
                  <a:srgbClr val="080808"/>
                </a:solidFill>
                <a:latin typeface="仿宋" panose="02010609060101010101" charset="-122"/>
                <a:ea typeface="仿宋" panose="02010609060101010101" charset="-122"/>
                <a:cs typeface="仿宋" panose="02010609060101010101" charset="-122"/>
              </a:rPr>
              <a:t>注：</a:t>
            </a:r>
            <a:r>
              <a:rPr lang="en-US" altLang="zh-CN" sz="1400" b="1">
                <a:solidFill>
                  <a:srgbClr val="080808"/>
                </a:solidFill>
                <a:latin typeface="仿宋" panose="02010609060101010101" charset="-122"/>
                <a:ea typeface="仿宋" panose="02010609060101010101" charset="-122"/>
                <a:cs typeface="仿宋" panose="02010609060101010101" charset="-122"/>
              </a:rPr>
              <a:t>1.</a:t>
            </a:r>
            <a:r>
              <a:rPr lang="zh-CN" altLang="en-US" sz="1400" b="1">
                <a:solidFill>
                  <a:srgbClr val="080808"/>
                </a:solidFill>
                <a:latin typeface="仿宋" panose="02010609060101010101" charset="-122"/>
                <a:ea typeface="仿宋" panose="02010609060101010101" charset="-122"/>
                <a:cs typeface="仿宋" panose="02010609060101010101" charset="-122"/>
              </a:rPr>
              <a:t>储能配置前报装容量为</a:t>
            </a:r>
            <a:r>
              <a:rPr lang="en-US" altLang="zh-CN" sz="1400" b="1">
                <a:solidFill>
                  <a:srgbClr val="080808"/>
                </a:solidFill>
                <a:latin typeface="仿宋" panose="02010609060101010101" charset="-122"/>
                <a:ea typeface="仿宋" panose="02010609060101010101" charset="-122"/>
                <a:cs typeface="仿宋" panose="02010609060101010101" charset="-122"/>
              </a:rPr>
              <a:t>63MVA</a:t>
            </a:r>
            <a:r>
              <a:rPr lang="zh-CN" altLang="en-US" sz="1400" b="1">
                <a:solidFill>
                  <a:srgbClr val="080808"/>
                </a:solidFill>
                <a:latin typeface="仿宋" panose="02010609060101010101" charset="-122"/>
                <a:ea typeface="仿宋" panose="02010609060101010101" charset="-122"/>
                <a:cs typeface="仿宋" panose="02010609060101010101" charset="-122"/>
              </a:rPr>
              <a:t>，配置后</a:t>
            </a:r>
            <a:r>
              <a:rPr lang="zh-CN" altLang="en-US" sz="1400" b="1">
                <a:solidFill>
                  <a:srgbClr val="080808"/>
                </a:solidFill>
                <a:latin typeface="仿宋" panose="02010609060101010101" charset="-122"/>
                <a:ea typeface="仿宋" panose="02010609060101010101" charset="-122"/>
                <a:cs typeface="仿宋" panose="02010609060101010101" charset="-122"/>
              </a:rPr>
              <a:t>报装容量可控制在</a:t>
            </a:r>
            <a:r>
              <a:rPr lang="en-US" altLang="zh-CN" sz="1400" b="1">
                <a:solidFill>
                  <a:srgbClr val="080808"/>
                </a:solidFill>
                <a:latin typeface="仿宋" panose="02010609060101010101" charset="-122"/>
                <a:ea typeface="仿宋" panose="02010609060101010101" charset="-122"/>
                <a:cs typeface="仿宋" panose="02010609060101010101" charset="-122"/>
              </a:rPr>
              <a:t>50MVA</a:t>
            </a:r>
            <a:r>
              <a:rPr lang="zh-CN" altLang="en-US" sz="1400" b="1">
                <a:solidFill>
                  <a:srgbClr val="080808"/>
                </a:solidFill>
                <a:latin typeface="仿宋" panose="02010609060101010101" charset="-122"/>
                <a:ea typeface="仿宋" panose="02010609060101010101" charset="-122"/>
                <a:cs typeface="仿宋" panose="02010609060101010101" charset="-122"/>
              </a:rPr>
              <a:t>；</a:t>
            </a:r>
            <a:r>
              <a:rPr lang="en-US" altLang="zh-CN" sz="1400" b="1">
                <a:solidFill>
                  <a:srgbClr val="080808"/>
                </a:solidFill>
                <a:latin typeface="仿宋" panose="02010609060101010101" charset="-122"/>
                <a:ea typeface="仿宋" panose="02010609060101010101" charset="-122"/>
                <a:cs typeface="仿宋" panose="02010609060101010101" charset="-122"/>
              </a:rPr>
              <a:t>2.</a:t>
            </a:r>
            <a:r>
              <a:rPr lang="zh-CN" altLang="en-US" sz="1400" b="1">
                <a:solidFill>
                  <a:srgbClr val="080808"/>
                </a:solidFill>
                <a:latin typeface="仿宋" panose="02010609060101010101" charset="-122"/>
                <a:ea typeface="仿宋" panose="02010609060101010101" charset="-122"/>
                <a:cs typeface="仿宋" panose="02010609060101010101" charset="-122"/>
              </a:rPr>
              <a:t>假设当地平均符合率为</a:t>
            </a:r>
            <a:r>
              <a:rPr lang="en-US" altLang="zh-CN" sz="1400" b="1">
                <a:solidFill>
                  <a:srgbClr val="080808"/>
                </a:solidFill>
                <a:latin typeface="仿宋" panose="02010609060101010101" charset="-122"/>
                <a:ea typeface="仿宋" panose="02010609060101010101" charset="-122"/>
                <a:cs typeface="仿宋" panose="02010609060101010101" charset="-122"/>
              </a:rPr>
              <a:t>50%</a:t>
            </a:r>
            <a:endParaRPr lang="en-US" altLang="zh-CN" sz="1400" b="1">
              <a:solidFill>
                <a:srgbClr val="080808"/>
              </a:solidFill>
              <a:latin typeface="仿宋" panose="02010609060101010101" charset="-122"/>
              <a:ea typeface="仿宋" panose="02010609060101010101" charset="-122"/>
              <a:cs typeface="仿宋" panose="02010609060101010101" charset="-122"/>
            </a:endParaRPr>
          </a:p>
        </p:txBody>
      </p:sp>
      <p:sp>
        <p:nvSpPr>
          <p:cNvPr id="10" name="矩形 9"/>
          <p:cNvSpPr/>
          <p:nvPr/>
        </p:nvSpPr>
        <p:spPr>
          <a:xfrm>
            <a:off x="5252085" y="5142865"/>
            <a:ext cx="502920" cy="254000"/>
          </a:xfrm>
          <a:prstGeom prst="rect">
            <a:avLst/>
          </a:prstGeom>
          <a:noFill/>
          <a:ln w="28575">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矩形 10"/>
          <p:cNvSpPr/>
          <p:nvPr/>
        </p:nvSpPr>
        <p:spPr>
          <a:xfrm>
            <a:off x="8716010" y="5142865"/>
            <a:ext cx="440055" cy="254000"/>
          </a:xfrm>
          <a:prstGeom prst="rect">
            <a:avLst/>
          </a:prstGeom>
          <a:noFill/>
          <a:ln w="28575">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0251" y="648347"/>
            <a:ext cx="10998200" cy="549275"/>
          </a:xfrm>
        </p:spPr>
        <p:txBody>
          <a:bodyPr>
            <a:normAutofit/>
          </a:bodyPr>
          <a:lstStyle/>
          <a:p>
            <a:r>
              <a:rPr lang="zh-CN" altLang="en-US" dirty="0">
                <a:solidFill>
                  <a:schemeClr val="tx2"/>
                </a:solidFill>
              </a:rPr>
              <a:t>储能配置经济性</a:t>
            </a:r>
            <a:r>
              <a:rPr lang="zh-CN" altLang="en-US" dirty="0">
                <a:solidFill>
                  <a:schemeClr val="tx2"/>
                </a:solidFill>
              </a:rPr>
              <a:t>测算</a:t>
            </a:r>
            <a:endParaRPr lang="zh-CN" altLang="en-US" dirty="0">
              <a:solidFill>
                <a:schemeClr val="tx2"/>
              </a:solidFill>
            </a:endParaRPr>
          </a:p>
        </p:txBody>
      </p:sp>
      <p:sp>
        <p:nvSpPr>
          <p:cNvPr id="4" name="文本框 3"/>
          <p:cNvSpPr txBox="1"/>
          <p:nvPr/>
        </p:nvSpPr>
        <p:spPr>
          <a:xfrm>
            <a:off x="666115" y="1574800"/>
            <a:ext cx="11204575" cy="2030095"/>
          </a:xfrm>
          <a:prstGeom prst="rect">
            <a:avLst/>
          </a:prstGeom>
          <a:noFill/>
        </p:spPr>
        <p:txBody>
          <a:bodyPr wrap="square" rtlCol="0">
            <a:spAutoFit/>
          </a:bodyPr>
          <a:p>
            <a:pPr marL="285750" indent="-285750" fontAlgn="auto">
              <a:lnSpc>
                <a:spcPct val="150000"/>
              </a:lnSpc>
              <a:buFont typeface="Wingdings" panose="05000000000000000000" charset="0"/>
              <a:buChar char="ü"/>
            </a:pPr>
            <a:r>
              <a:rPr lang="zh-CN" altLang="en-US" sz="1400" b="1">
                <a:solidFill>
                  <a:srgbClr val="080808"/>
                </a:solidFill>
                <a:latin typeface="仿宋" panose="02010609060101010101" charset="-122"/>
                <a:ea typeface="仿宋" panose="02010609060101010101" charset="-122"/>
                <a:cs typeface="仿宋" panose="02010609060101010101" charset="-122"/>
              </a:rPr>
              <a:t>电能量部分</a:t>
            </a:r>
            <a:endParaRPr lang="zh-CN" altLang="en-US" sz="1400" b="1">
              <a:solidFill>
                <a:srgbClr val="080808"/>
              </a:solidFill>
              <a:latin typeface="仿宋" panose="02010609060101010101" charset="-122"/>
              <a:ea typeface="仿宋" panose="02010609060101010101" charset="-122"/>
              <a:cs typeface="仿宋" panose="02010609060101010101" charset="-122"/>
            </a:endParaRPr>
          </a:p>
          <a:p>
            <a:pPr indent="0" fontAlgn="auto">
              <a:lnSpc>
                <a:spcPct val="150000"/>
              </a:lnSpc>
              <a:buFont typeface="Wingdings" panose="05000000000000000000" charset="0"/>
              <a:buNone/>
            </a:pPr>
            <a:r>
              <a:rPr lang="en-US" altLang="zh-CN" sz="1400">
                <a:solidFill>
                  <a:srgbClr val="080808"/>
                </a:solidFill>
                <a:latin typeface="仿宋" panose="02010609060101010101" charset="-122"/>
                <a:ea typeface="仿宋" panose="02010609060101010101" charset="-122"/>
                <a:cs typeface="仿宋" panose="02010609060101010101" charset="-122"/>
              </a:rPr>
              <a:t>   </a:t>
            </a:r>
            <a:r>
              <a:rPr lang="zh-CN" altLang="en-US" sz="1400">
                <a:solidFill>
                  <a:srgbClr val="080808"/>
                </a:solidFill>
                <a:latin typeface="仿宋" panose="02010609060101010101" charset="-122"/>
                <a:ea typeface="仿宋" panose="02010609060101010101" charset="-122"/>
                <a:cs typeface="仿宋" panose="02010609060101010101" charset="-122"/>
              </a:rPr>
              <a:t>全年通过储能系统削峰放电</a:t>
            </a:r>
            <a:r>
              <a:rPr lang="en-US" altLang="zh-CN" sz="1400">
                <a:solidFill>
                  <a:srgbClr val="080808"/>
                </a:solidFill>
                <a:latin typeface="仿宋" panose="02010609060101010101" charset="-122"/>
                <a:ea typeface="仿宋" panose="02010609060101010101" charset="-122"/>
                <a:cs typeface="仿宋" panose="02010609060101010101" charset="-122"/>
              </a:rPr>
              <a:t>1,018,827.48</a:t>
            </a:r>
            <a:r>
              <a:rPr lang="zh-CN" altLang="en-US" sz="1400">
                <a:solidFill>
                  <a:srgbClr val="080808"/>
                </a:solidFill>
                <a:latin typeface="仿宋" panose="02010609060101010101" charset="-122"/>
                <a:ea typeface="仿宋" panose="02010609060101010101" charset="-122"/>
                <a:cs typeface="仿宋" panose="02010609060101010101" charset="-122"/>
              </a:rPr>
              <a:t>度</a:t>
            </a:r>
            <a:r>
              <a:rPr lang="en-US" altLang="zh-CN" sz="1400">
                <a:solidFill>
                  <a:srgbClr val="080808"/>
                </a:solidFill>
                <a:latin typeface="仿宋" panose="02010609060101010101" charset="-122"/>
                <a:ea typeface="仿宋" panose="02010609060101010101" charset="-122"/>
                <a:cs typeface="仿宋" panose="02010609060101010101" charset="-122"/>
              </a:rPr>
              <a:t>(1,028,933.48-10,106=1,018,827.48)</a:t>
            </a:r>
            <a:r>
              <a:rPr lang="zh-CN" altLang="en-US" sz="1400">
                <a:solidFill>
                  <a:srgbClr val="080808"/>
                </a:solidFill>
                <a:latin typeface="仿宋" panose="02010609060101010101" charset="-122"/>
                <a:ea typeface="仿宋" panose="02010609060101010101" charset="-122"/>
                <a:cs typeface="仿宋" panose="02010609060101010101" charset="-122"/>
              </a:rPr>
              <a:t>支持制氢项目生产，充新能源电约</a:t>
            </a:r>
            <a:r>
              <a:rPr lang="en-US" altLang="zh-CN" sz="1400">
                <a:solidFill>
                  <a:srgbClr val="000000"/>
                </a:solidFill>
                <a:latin typeface="仿宋" panose="02010609060101010101" charset="-122"/>
                <a:ea typeface="仿宋" panose="02010609060101010101" charset="-122"/>
                <a:cs typeface="仿宋" panose="02010609060101010101" charset="-122"/>
                <a:sym typeface="+mn-ea"/>
              </a:rPr>
              <a:t>-1,224,370.568</a:t>
            </a:r>
            <a:r>
              <a:rPr lang="zh-CN" altLang="en-US" sz="1400">
                <a:solidFill>
                  <a:srgbClr val="000000"/>
                </a:solidFill>
                <a:latin typeface="仿宋" panose="02010609060101010101" charset="-122"/>
                <a:ea typeface="仿宋" panose="02010609060101010101" charset="-122"/>
                <a:cs typeface="仿宋" panose="02010609060101010101" charset="-122"/>
                <a:sym typeface="+mn-ea"/>
              </a:rPr>
              <a:t>度，假设风电交易均价为</a:t>
            </a:r>
            <a:r>
              <a:rPr lang="en-US" altLang="zh-CN" sz="1400">
                <a:solidFill>
                  <a:srgbClr val="000000"/>
                </a:solidFill>
                <a:latin typeface="仿宋" panose="02010609060101010101" charset="-122"/>
                <a:ea typeface="仿宋" panose="02010609060101010101" charset="-122"/>
                <a:cs typeface="仿宋" panose="02010609060101010101" charset="-122"/>
                <a:sym typeface="+mn-ea"/>
              </a:rPr>
              <a:t>0.25</a:t>
            </a:r>
            <a:r>
              <a:rPr lang="zh-CN" altLang="en-US" sz="1400">
                <a:solidFill>
                  <a:srgbClr val="000000"/>
                </a:solidFill>
                <a:latin typeface="仿宋" panose="02010609060101010101" charset="-122"/>
                <a:ea typeface="仿宋" panose="02010609060101010101" charset="-122"/>
                <a:cs typeface="仿宋" panose="02010609060101010101" charset="-122"/>
                <a:sym typeface="+mn-ea"/>
              </a:rPr>
              <a:t>元</a:t>
            </a:r>
            <a:r>
              <a:rPr lang="en-US" altLang="zh-CN" sz="1400">
                <a:solidFill>
                  <a:srgbClr val="000000"/>
                </a:solidFill>
                <a:latin typeface="仿宋" panose="02010609060101010101" charset="-122"/>
                <a:ea typeface="仿宋" panose="02010609060101010101" charset="-122"/>
                <a:cs typeface="仿宋" panose="02010609060101010101" charset="-122"/>
                <a:sym typeface="+mn-ea"/>
              </a:rPr>
              <a:t>/</a:t>
            </a:r>
            <a:r>
              <a:rPr lang="zh-CN" altLang="en-US" sz="1400">
                <a:solidFill>
                  <a:srgbClr val="000000"/>
                </a:solidFill>
                <a:latin typeface="仿宋" panose="02010609060101010101" charset="-122"/>
                <a:ea typeface="仿宋" panose="02010609060101010101" charset="-122"/>
                <a:cs typeface="仿宋" panose="02010609060101010101" charset="-122"/>
                <a:sym typeface="+mn-ea"/>
              </a:rPr>
              <a:t>度，通过储能系统配置可解决电费如下：</a:t>
            </a:r>
            <a:endParaRPr lang="zh-CN" altLang="en-US" sz="1400">
              <a:solidFill>
                <a:srgbClr val="000000"/>
              </a:solidFill>
              <a:latin typeface="仿宋" panose="02010609060101010101" charset="-122"/>
              <a:ea typeface="仿宋" panose="02010609060101010101" charset="-122"/>
              <a:cs typeface="仿宋" panose="02010609060101010101" charset="-122"/>
              <a:sym typeface="+mn-ea"/>
            </a:endParaRPr>
          </a:p>
          <a:p>
            <a:pPr indent="0" fontAlgn="auto">
              <a:lnSpc>
                <a:spcPct val="150000"/>
              </a:lnSpc>
              <a:buFont typeface="Wingdings" panose="05000000000000000000" charset="0"/>
              <a:buNone/>
            </a:pPr>
            <a:r>
              <a:rPr lang="en-US" altLang="zh-CN" sz="1400">
                <a:solidFill>
                  <a:srgbClr val="000000"/>
                </a:solidFill>
                <a:latin typeface="仿宋" panose="02010609060101010101" charset="-122"/>
                <a:ea typeface="仿宋" panose="02010609060101010101" charset="-122"/>
                <a:cs typeface="仿宋" panose="02010609060101010101" charset="-122"/>
                <a:sym typeface="+mn-ea"/>
              </a:rPr>
              <a:t>   </a:t>
            </a:r>
            <a:r>
              <a:rPr lang="zh-CN" altLang="en-US" sz="1400">
                <a:solidFill>
                  <a:srgbClr val="000000"/>
                </a:solidFill>
                <a:latin typeface="仿宋" panose="02010609060101010101" charset="-122"/>
                <a:ea typeface="仿宋" panose="02010609060101010101" charset="-122"/>
                <a:cs typeface="仿宋" panose="02010609060101010101" charset="-122"/>
                <a:sym typeface="+mn-ea"/>
              </a:rPr>
              <a:t>电能量电费节约</a:t>
            </a:r>
            <a:r>
              <a:rPr lang="en-US" altLang="zh-CN" sz="1400">
                <a:solidFill>
                  <a:srgbClr val="000000"/>
                </a:solidFill>
                <a:latin typeface="仿宋" panose="02010609060101010101" charset="-122"/>
                <a:ea typeface="仿宋" panose="02010609060101010101" charset="-122"/>
                <a:cs typeface="仿宋" panose="02010609060101010101" charset="-122"/>
                <a:sym typeface="+mn-ea"/>
              </a:rPr>
              <a:t>=</a:t>
            </a:r>
            <a:r>
              <a:rPr lang="zh-CN" altLang="en-US" sz="1400">
                <a:solidFill>
                  <a:srgbClr val="000000"/>
                </a:solidFill>
                <a:latin typeface="仿宋" panose="02010609060101010101" charset="-122"/>
                <a:ea typeface="仿宋" panose="02010609060101010101" charset="-122"/>
                <a:cs typeface="仿宋" panose="02010609060101010101" charset="-122"/>
                <a:sym typeface="+mn-ea"/>
              </a:rPr>
              <a:t>储能放电量</a:t>
            </a:r>
            <a:r>
              <a:rPr lang="en-US" altLang="zh-CN" sz="1400">
                <a:solidFill>
                  <a:srgbClr val="000000"/>
                </a:solidFill>
                <a:latin typeface="仿宋" panose="02010609060101010101" charset="-122"/>
                <a:ea typeface="仿宋" panose="02010609060101010101" charset="-122"/>
                <a:cs typeface="仿宋" panose="02010609060101010101" charset="-122"/>
                <a:sym typeface="+mn-ea"/>
              </a:rPr>
              <a:t>*</a:t>
            </a:r>
            <a:r>
              <a:rPr lang="zh-CN" altLang="en-US" sz="1400">
                <a:solidFill>
                  <a:srgbClr val="000000"/>
                </a:solidFill>
                <a:latin typeface="仿宋" panose="02010609060101010101" charset="-122"/>
                <a:ea typeface="仿宋" panose="02010609060101010101" charset="-122"/>
                <a:cs typeface="仿宋" panose="02010609060101010101" charset="-122"/>
                <a:sym typeface="+mn-ea"/>
              </a:rPr>
              <a:t>电网下电电价（考虑分时电价差异）</a:t>
            </a:r>
            <a:r>
              <a:rPr lang="en-US" altLang="zh-CN" sz="1400">
                <a:solidFill>
                  <a:srgbClr val="000000"/>
                </a:solidFill>
                <a:latin typeface="仿宋" panose="02010609060101010101" charset="-122"/>
                <a:ea typeface="仿宋" panose="02010609060101010101" charset="-122"/>
                <a:cs typeface="仿宋" panose="02010609060101010101" charset="-122"/>
                <a:sym typeface="+mn-ea"/>
              </a:rPr>
              <a:t>-</a:t>
            </a:r>
            <a:r>
              <a:rPr lang="zh-CN" altLang="en-US" sz="1400">
                <a:solidFill>
                  <a:srgbClr val="000000"/>
                </a:solidFill>
                <a:latin typeface="仿宋" panose="02010609060101010101" charset="-122"/>
                <a:ea typeface="仿宋" panose="02010609060101010101" charset="-122"/>
                <a:cs typeface="仿宋" panose="02010609060101010101" charset="-122"/>
                <a:sym typeface="+mn-ea"/>
              </a:rPr>
              <a:t>储能充电电量</a:t>
            </a:r>
            <a:r>
              <a:rPr lang="en-US" altLang="zh-CN" sz="1400">
                <a:solidFill>
                  <a:srgbClr val="000000"/>
                </a:solidFill>
                <a:latin typeface="仿宋" panose="02010609060101010101" charset="-122"/>
                <a:ea typeface="仿宋" panose="02010609060101010101" charset="-122"/>
                <a:cs typeface="仿宋" panose="02010609060101010101" charset="-122"/>
                <a:sym typeface="+mn-ea"/>
              </a:rPr>
              <a:t>*</a:t>
            </a:r>
            <a:r>
              <a:rPr lang="zh-CN" altLang="en-US" sz="1400">
                <a:solidFill>
                  <a:srgbClr val="000000"/>
                </a:solidFill>
                <a:latin typeface="仿宋" panose="02010609060101010101" charset="-122"/>
                <a:ea typeface="仿宋" panose="02010609060101010101" charset="-122"/>
                <a:cs typeface="仿宋" panose="02010609060101010101" charset="-122"/>
                <a:sym typeface="+mn-ea"/>
              </a:rPr>
              <a:t>风电交易均价</a:t>
            </a:r>
            <a:endParaRPr lang="zh-CN" altLang="en-US" sz="1400">
              <a:solidFill>
                <a:srgbClr val="000000"/>
              </a:solidFill>
              <a:latin typeface="仿宋" panose="02010609060101010101" charset="-122"/>
              <a:ea typeface="仿宋" panose="02010609060101010101" charset="-122"/>
              <a:cs typeface="仿宋" panose="02010609060101010101" charset="-122"/>
              <a:sym typeface="+mn-ea"/>
            </a:endParaRPr>
          </a:p>
          <a:p>
            <a:pPr indent="0" fontAlgn="auto">
              <a:lnSpc>
                <a:spcPct val="150000"/>
              </a:lnSpc>
              <a:buFont typeface="Wingdings" panose="05000000000000000000" charset="0"/>
              <a:buNone/>
            </a:pPr>
            <a:r>
              <a:rPr lang="en-US" altLang="zh-CN" sz="1400">
                <a:solidFill>
                  <a:srgbClr val="000000"/>
                </a:solidFill>
                <a:latin typeface="仿宋" panose="02010609060101010101" charset="-122"/>
                <a:ea typeface="仿宋" panose="02010609060101010101" charset="-122"/>
                <a:cs typeface="仿宋" panose="02010609060101010101" charset="-122"/>
                <a:sym typeface="+mn-ea"/>
              </a:rPr>
              <a:t>                 =566,737.1473-1,224,370.568*0.25</a:t>
            </a:r>
            <a:endParaRPr lang="en-US" altLang="zh-CN" sz="1400">
              <a:solidFill>
                <a:srgbClr val="000000"/>
              </a:solidFill>
              <a:latin typeface="仿宋" panose="02010609060101010101" charset="-122"/>
              <a:ea typeface="仿宋" panose="02010609060101010101" charset="-122"/>
              <a:cs typeface="仿宋" panose="02010609060101010101" charset="-122"/>
              <a:sym typeface="+mn-ea"/>
            </a:endParaRPr>
          </a:p>
          <a:p>
            <a:pPr indent="0" fontAlgn="auto">
              <a:lnSpc>
                <a:spcPct val="150000"/>
              </a:lnSpc>
              <a:buFont typeface="Wingdings" panose="05000000000000000000" charset="0"/>
              <a:buNone/>
            </a:pPr>
            <a:r>
              <a:rPr lang="en-US" altLang="zh-CN" sz="1400">
                <a:solidFill>
                  <a:srgbClr val="000000"/>
                </a:solidFill>
                <a:latin typeface="仿宋" panose="02010609060101010101" charset="-122"/>
                <a:ea typeface="仿宋" panose="02010609060101010101" charset="-122"/>
                <a:cs typeface="仿宋" panose="02010609060101010101" charset="-122"/>
                <a:sym typeface="+mn-ea"/>
              </a:rPr>
              <a:t>                 =260,644.5054</a:t>
            </a:r>
            <a:r>
              <a:rPr lang="zh-CN" altLang="en-US" sz="1400">
                <a:solidFill>
                  <a:srgbClr val="000000"/>
                </a:solidFill>
                <a:latin typeface="仿宋" panose="02010609060101010101" charset="-122"/>
                <a:ea typeface="仿宋" panose="02010609060101010101" charset="-122"/>
                <a:cs typeface="仿宋" panose="02010609060101010101" charset="-122"/>
                <a:sym typeface="+mn-ea"/>
              </a:rPr>
              <a:t>元</a:t>
            </a:r>
            <a:endParaRPr lang="zh-CN" altLang="en-US" sz="1400">
              <a:solidFill>
                <a:srgbClr val="000000"/>
              </a:solidFill>
              <a:latin typeface="仿宋" panose="02010609060101010101" charset="-122"/>
              <a:ea typeface="仿宋" panose="02010609060101010101" charset="-122"/>
              <a:cs typeface="仿宋" panose="02010609060101010101" charset="-122"/>
              <a:sym typeface="+mn-ea"/>
            </a:endParaRPr>
          </a:p>
        </p:txBody>
      </p:sp>
      <p:graphicFrame>
        <p:nvGraphicFramePr>
          <p:cNvPr id="5" name="表格 4"/>
          <p:cNvGraphicFramePr/>
          <p:nvPr/>
        </p:nvGraphicFramePr>
        <p:xfrm>
          <a:off x="5648325" y="3340100"/>
          <a:ext cx="895350" cy="177800"/>
        </p:xfrm>
        <a:graphic>
          <a:graphicData uri="http://schemas.openxmlformats.org/drawingml/2006/table">
            <a:tbl>
              <a:tblPr/>
              <a:tblGrid>
                <a:gridCol w="895350"/>
              </a:tblGrid>
              <a:tr h="177800">
                <a:tc>
                  <a:txBody>
                    <a:bodyPr/>
                    <a:p>
                      <a:pPr algn="r" fontAlgn="ct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marB="0" anchor="ctr" anchorCtr="0">
                    <a:lnL>
                      <a:noFill/>
                    </a:lnL>
                    <a:lnR>
                      <a:noFill/>
                    </a:lnR>
                    <a:lnT>
                      <a:noFill/>
                    </a:lnT>
                    <a:lnB>
                      <a:noFill/>
                    </a:lnB>
                    <a:noFill/>
                  </a:tcPr>
                </a:tc>
              </a:tr>
            </a:tbl>
          </a:graphicData>
        </a:graphic>
      </p:graphicFrame>
      <p:sp>
        <p:nvSpPr>
          <p:cNvPr id="9" name="文本框 8"/>
          <p:cNvSpPr txBox="1"/>
          <p:nvPr/>
        </p:nvSpPr>
        <p:spPr>
          <a:xfrm>
            <a:off x="963295" y="4144010"/>
            <a:ext cx="10193020" cy="414020"/>
          </a:xfrm>
          <a:prstGeom prst="rect">
            <a:avLst/>
          </a:prstGeom>
          <a:noFill/>
        </p:spPr>
        <p:txBody>
          <a:bodyPr wrap="square" rtlCol="0">
            <a:spAutoFit/>
          </a:bodyPr>
          <a:p>
            <a:pPr lvl="0" indent="0" algn="l">
              <a:lnSpc>
                <a:spcPct val="150000"/>
              </a:lnSpc>
              <a:buClrTx/>
              <a:buSzTx/>
              <a:buFont typeface="Wingdings" panose="05000000000000000000" charset="0"/>
              <a:buNone/>
            </a:pP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综合上述容量电费节约收益、电能量节约收益，项目首年年度收益为</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806,526.5</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元</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月*12+</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260,644.5054</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元</a:t>
            </a:r>
            <a:r>
              <a:rPr lang="en-US" altLang="zh-CN" sz="1400" b="1">
                <a:solidFill>
                  <a:srgbClr val="080808"/>
                </a:solidFill>
                <a:latin typeface="仿宋" panose="02010609060101010101" charset="-122"/>
                <a:ea typeface="仿宋" panose="02010609060101010101" charset="-122"/>
                <a:cs typeface="仿宋" panose="02010609060101010101" charset="-122"/>
                <a:sym typeface="+mn-ea"/>
              </a:rPr>
              <a:t>=</a:t>
            </a:r>
            <a:r>
              <a:rPr lang="en-US" altLang="zh-CN" sz="1400" b="1">
                <a:solidFill>
                  <a:srgbClr val="080808"/>
                </a:solidFill>
                <a:latin typeface="仿宋" panose="02010609060101010101" charset="-122"/>
                <a:ea typeface="仿宋" panose="02010609060101010101" charset="-122"/>
                <a:cs typeface="仿宋" panose="02010609060101010101" charset="-122"/>
                <a:sym typeface="+mn-ea"/>
              </a:rPr>
              <a:t>9,938,962.5054</a:t>
            </a:r>
            <a:r>
              <a:rPr lang="zh-CN" altLang="en-US" sz="1400" b="1">
                <a:solidFill>
                  <a:srgbClr val="080808"/>
                </a:solidFill>
                <a:latin typeface="仿宋" panose="02010609060101010101" charset="-122"/>
                <a:ea typeface="仿宋" panose="02010609060101010101" charset="-122"/>
                <a:cs typeface="仿宋" panose="02010609060101010101" charset="-122"/>
                <a:sym typeface="+mn-ea"/>
              </a:rPr>
              <a:t>元</a:t>
            </a:r>
            <a:endParaRPr lang="zh-CN" altLang="en-US" sz="1400" b="1">
              <a:solidFill>
                <a:srgbClr val="080808"/>
              </a:solidFill>
              <a:latin typeface="仿宋" panose="02010609060101010101" charset="-122"/>
              <a:ea typeface="仿宋" panose="02010609060101010101" charset="-122"/>
              <a:cs typeface="仿宋" panose="02010609060101010101"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7" name="Rectangle 56"/>
          <p:cNvSpPr/>
          <p:nvPr/>
        </p:nvSpPr>
        <p:spPr>
          <a:xfrm>
            <a:off x="6082665" y="1486534"/>
            <a:ext cx="2990850"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
        <p:nvSpPr>
          <p:cNvPr id="60" name="Rectangle 59"/>
          <p:cNvSpPr/>
          <p:nvPr/>
        </p:nvSpPr>
        <p:spPr>
          <a:xfrm>
            <a:off x="9090025" y="877570"/>
            <a:ext cx="2990850" cy="5295265"/>
          </a:xfrm>
          <a:prstGeom prst="rect">
            <a:avLst/>
          </a:prstGeom>
          <a:solidFill>
            <a:srgbClr val="00A8E4">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
        <p:nvSpPr>
          <p:cNvPr id="58" name="Rectangle 57"/>
          <p:cNvSpPr/>
          <p:nvPr/>
        </p:nvSpPr>
        <p:spPr>
          <a:xfrm>
            <a:off x="59108" y="1486535"/>
            <a:ext cx="2999423"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
        <p:nvSpPr>
          <p:cNvPr id="59" name="Rectangle 58"/>
          <p:cNvSpPr/>
          <p:nvPr/>
        </p:nvSpPr>
        <p:spPr>
          <a:xfrm>
            <a:off x="3075303" y="1486533"/>
            <a:ext cx="2990850" cy="4686300"/>
          </a:xfrm>
          <a:prstGeom prst="rect">
            <a:avLst/>
          </a:prstGeom>
          <a:solidFill>
            <a:schemeClr val="tx1">
              <a:lumMod val="95000"/>
              <a:lumOff val="5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latin typeface="思源黑体 CN Bold" panose="020B0800000000000000" pitchFamily="34" charset="-122"/>
              <a:ea typeface="思源黑体 CN Bold" panose="020B0800000000000000" pitchFamily="34" charset="-122"/>
            </a:endParaRPr>
          </a:p>
        </p:txBody>
      </p:sp>
      <p:sp>
        <p:nvSpPr>
          <p:cNvPr id="9" name="TextBox 63"/>
          <p:cNvSpPr txBox="1"/>
          <p:nvPr/>
        </p:nvSpPr>
        <p:spPr>
          <a:xfrm>
            <a:off x="9321800" y="3538220"/>
            <a:ext cx="2527300" cy="337185"/>
          </a:xfrm>
          <a:prstGeom prst="rect">
            <a:avLst/>
          </a:prstGeom>
          <a:noFill/>
        </p:spPr>
        <p:txBody>
          <a:bodyPr wrap="square" rtlCol="0">
            <a:spAutoFit/>
          </a:bodyPr>
          <a:lstStyle/>
          <a:p>
            <a:pPr>
              <a:lnSpc>
                <a:spcPct val="100000"/>
              </a:lnSpc>
            </a:pPr>
            <a:endParaRPr lang="zh-CN" altLang="en-US" sz="1600" dirty="0">
              <a:solidFill>
                <a:schemeClr val="bg1"/>
              </a:solidFill>
              <a:latin typeface="思源黑体 CN Bold" panose="020B0800000000000000" pitchFamily="34" charset="-122"/>
              <a:ea typeface="思源黑体 CN Bold" panose="020B0800000000000000" pitchFamily="34" charset="-122"/>
              <a:sym typeface="+mn-ea"/>
            </a:endParaRPr>
          </a:p>
        </p:txBody>
      </p:sp>
      <p:grpSp>
        <p:nvGrpSpPr>
          <p:cNvPr id="17" name="组合 16"/>
          <p:cNvGrpSpPr/>
          <p:nvPr/>
        </p:nvGrpSpPr>
        <p:grpSpPr>
          <a:xfrm>
            <a:off x="67310" y="4077970"/>
            <a:ext cx="2992755" cy="1638935"/>
            <a:chOff x="106" y="6422"/>
            <a:chExt cx="4713" cy="2581"/>
          </a:xfrm>
        </p:grpSpPr>
        <p:pic>
          <p:nvPicPr>
            <p:cNvPr id="15" name="Graphic 48"/>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308" y="6422"/>
              <a:ext cx="1350" cy="1350"/>
            </a:xfrm>
            <a:prstGeom prst="rect">
              <a:avLst/>
            </a:prstGeom>
          </p:spPr>
        </p:pic>
        <p:sp>
          <p:nvSpPr>
            <p:cNvPr id="16" name="TextBox 65"/>
            <p:cNvSpPr txBox="1"/>
            <p:nvPr>
              <p:custDataLst>
                <p:tags r:id="rId4"/>
              </p:custDataLst>
            </p:nvPr>
          </p:nvSpPr>
          <p:spPr>
            <a:xfrm>
              <a:off x="106" y="8302"/>
              <a:ext cx="4713" cy="701"/>
            </a:xfrm>
            <a:prstGeom prst="rect">
              <a:avLst/>
            </a:prstGeom>
            <a:noFill/>
          </p:spPr>
          <p:txBody>
            <a:bodyPr wrap="square" rtlCol="0">
              <a:spAutoFit/>
            </a:bodyPr>
            <a:lstStyle/>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项目</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背景</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grpSp>
      <p:grpSp>
        <p:nvGrpSpPr>
          <p:cNvPr id="14" name="组合 13"/>
          <p:cNvGrpSpPr/>
          <p:nvPr/>
        </p:nvGrpSpPr>
        <p:grpSpPr>
          <a:xfrm>
            <a:off x="3070860" y="4077970"/>
            <a:ext cx="2999105" cy="1992630"/>
            <a:chOff x="4836" y="6422"/>
            <a:chExt cx="4723" cy="3138"/>
          </a:xfrm>
        </p:grpSpPr>
        <p:pic>
          <p:nvPicPr>
            <p:cNvPr id="18" name="Graphic 49"/>
            <p:cNvPicPr>
              <a:picLocks noChangeAspect="1"/>
            </p:cNvPicPr>
            <p:nvPr>
              <p:custDataLst>
                <p:tags r:id="rId5"/>
              </p:custDataLst>
            </p:nvPr>
          </p:nvPicPr>
          <p:blipFill>
            <a:blip r:embed="rId6" cstate="print">
              <a:extLst>
                <a:ext uri="{28A0092B-C50C-407E-A947-70E740481C1C}">
                  <a14:useLocalDpi xmlns:a14="http://schemas.microsoft.com/office/drawing/2010/main" val="0"/>
                </a:ext>
              </a:extLst>
            </a:blip>
            <a:stretch>
              <a:fillRect/>
            </a:stretch>
          </p:blipFill>
          <p:spPr>
            <a:xfrm>
              <a:off x="4960" y="6422"/>
              <a:ext cx="1547" cy="1547"/>
            </a:xfrm>
            <a:prstGeom prst="rect">
              <a:avLst/>
            </a:prstGeom>
          </p:spPr>
        </p:pic>
        <p:sp>
          <p:nvSpPr>
            <p:cNvPr id="19" name="TextBox 62"/>
            <p:cNvSpPr txBox="1"/>
            <p:nvPr>
              <p:custDataLst>
                <p:tags r:id="rId7"/>
              </p:custDataLst>
            </p:nvPr>
          </p:nvSpPr>
          <p:spPr>
            <a:xfrm>
              <a:off x="4836" y="8302"/>
              <a:ext cx="4723" cy="1258"/>
            </a:xfrm>
            <a:prstGeom prst="rect">
              <a:avLst/>
            </a:prstGeom>
            <a:noFill/>
          </p:spPr>
          <p:txBody>
            <a:bodyPr wrap="square" rtlCol="0">
              <a:spAutoFit/>
            </a:bodyPr>
            <a:lstStyle/>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储能</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配置</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削峰</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示例</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grpSp>
      <p:grpSp>
        <p:nvGrpSpPr>
          <p:cNvPr id="20" name="组合 19"/>
          <p:cNvGrpSpPr/>
          <p:nvPr/>
        </p:nvGrpSpPr>
        <p:grpSpPr>
          <a:xfrm>
            <a:off x="6095365" y="4077970"/>
            <a:ext cx="2976880" cy="1992630"/>
            <a:chOff x="9599" y="6422"/>
            <a:chExt cx="4688" cy="3138"/>
          </a:xfrm>
        </p:grpSpPr>
        <p:sp>
          <p:nvSpPr>
            <p:cNvPr id="21" name="TextBox 66"/>
            <p:cNvSpPr txBox="1"/>
            <p:nvPr>
              <p:custDataLst>
                <p:tags r:id="rId8"/>
              </p:custDataLst>
            </p:nvPr>
          </p:nvSpPr>
          <p:spPr>
            <a:xfrm>
              <a:off x="9599" y="8302"/>
              <a:ext cx="4688" cy="1258"/>
            </a:xfrm>
            <a:prstGeom prst="rect">
              <a:avLst/>
            </a:prstGeom>
            <a:noFill/>
          </p:spPr>
          <p:txBody>
            <a:bodyPr wrap="square" rtlCol="0">
              <a:spAutoFit/>
            </a:bodyPr>
            <a:lstStyle/>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储能配置</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建议</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a:p>
              <a:pPr algn="l"/>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及经济</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测算</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pic>
          <p:nvPicPr>
            <p:cNvPr id="22" name="Graphic 51"/>
            <p:cNvPicPr>
              <a:picLocks noChangeAspect="1"/>
            </p:cNvPicPr>
            <p:nvPr>
              <p:custDataLst>
                <p:tags r:id="rId9"/>
              </p:custDataLst>
            </p:nvPr>
          </p:nvPicPr>
          <p:blipFill>
            <a:blip r:embed="rId10" cstate="print">
              <a:extLst>
                <a:ext uri="{28A0092B-C50C-407E-A947-70E740481C1C}">
                  <a14:useLocalDpi xmlns:a14="http://schemas.microsoft.com/office/drawing/2010/main" val="0"/>
                </a:ext>
              </a:extLst>
            </a:blip>
            <a:stretch>
              <a:fillRect/>
            </a:stretch>
          </p:blipFill>
          <p:spPr>
            <a:xfrm>
              <a:off x="9948" y="6422"/>
              <a:ext cx="1259" cy="1259"/>
            </a:xfrm>
            <a:prstGeom prst="rect">
              <a:avLst/>
            </a:prstGeom>
          </p:spPr>
        </p:pic>
      </p:grpSp>
      <p:grpSp>
        <p:nvGrpSpPr>
          <p:cNvPr id="23" name="组合 22"/>
          <p:cNvGrpSpPr/>
          <p:nvPr/>
        </p:nvGrpSpPr>
        <p:grpSpPr>
          <a:xfrm>
            <a:off x="9085580" y="1486535"/>
            <a:ext cx="2992755" cy="1638935"/>
            <a:chOff x="14308" y="6422"/>
            <a:chExt cx="4713" cy="2581"/>
          </a:xfrm>
        </p:grpSpPr>
        <p:pic>
          <p:nvPicPr>
            <p:cNvPr id="24" name="Graphic 50"/>
            <p:cNvPicPr>
              <a:picLocks noChangeAspect="1"/>
            </p:cNvPicPr>
            <p:nvPr>
              <p:custDataLst>
                <p:tags r:id="rId11"/>
              </p:custDataLst>
            </p:nvPr>
          </p:nvPicPr>
          <p:blipFill>
            <a:blip r:embed="rId12" cstate="print">
              <a:extLst>
                <a:ext uri="{28A0092B-C50C-407E-A947-70E740481C1C}">
                  <a14:useLocalDpi xmlns:a14="http://schemas.microsoft.com/office/drawing/2010/main" val="0"/>
                </a:ext>
              </a:extLst>
            </a:blip>
            <a:stretch>
              <a:fillRect/>
            </a:stretch>
          </p:blipFill>
          <p:spPr>
            <a:xfrm>
              <a:off x="14649" y="6422"/>
              <a:ext cx="1486" cy="1486"/>
            </a:xfrm>
            <a:prstGeom prst="rect">
              <a:avLst/>
            </a:prstGeom>
          </p:spPr>
        </p:pic>
        <p:sp>
          <p:nvSpPr>
            <p:cNvPr id="25" name="TextBox 67"/>
            <p:cNvSpPr txBox="1"/>
            <p:nvPr>
              <p:custDataLst>
                <p:tags r:id="rId13"/>
              </p:custDataLst>
            </p:nvPr>
          </p:nvSpPr>
          <p:spPr>
            <a:xfrm>
              <a:off x="14308" y="8302"/>
              <a:ext cx="4713" cy="701"/>
            </a:xfrm>
            <a:prstGeom prst="rect">
              <a:avLst/>
            </a:prstGeom>
            <a:noFill/>
          </p:spPr>
          <p:txBody>
            <a:bodyPr wrap="square" rtlCol="0">
              <a:spAutoFit/>
            </a:bodyPr>
            <a:lstStyle/>
            <a:p>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安全</a:t>
              </a:r>
              <a:r>
                <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rPr>
                <a:t>专篇</a:t>
              </a:r>
              <a:endParaRPr lang="zh-CN" altLang="en-US" sz="2300" b="1">
                <a:solidFill>
                  <a:schemeClr val="bg1"/>
                </a:solidFill>
                <a:latin typeface="思源黑体 CN Bold" panose="020B0800000000000000" pitchFamily="34" charset="-122"/>
                <a:ea typeface="思源黑体 CN Bold" panose="020B0800000000000000" pitchFamily="34" charset="-122"/>
                <a:cs typeface="Rubik" panose="00000500000000000000" pitchFamily="2" charset="-79"/>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597051"/>
            <a:ext cx="2583474" cy="4808219"/>
          </a:xfrm>
          <a:prstGeom prst="rect">
            <a:avLst/>
          </a:prstGeom>
          <a:blipFill>
            <a:blip r:embed="rId1" cstate="print"/>
            <a:stretch>
              <a:fillRect/>
            </a:stretch>
          </a:blipFill>
        </p:spPr>
        <p:txBody>
          <a:bodyPr wrap="square" lIns="0" tIns="0" rIns="0" bIns="0" rtlCol="0"/>
          <a:lstStyle/>
          <a:p>
            <a:endParaRPr sz="1350"/>
          </a:p>
        </p:txBody>
      </p:sp>
      <p:sp>
        <p:nvSpPr>
          <p:cNvPr id="15" name="object 15"/>
          <p:cNvSpPr txBox="1">
            <a:spLocks noGrp="1"/>
          </p:cNvSpPr>
          <p:nvPr>
            <p:ph type="sldNum" sz="quarter" idx="7"/>
          </p:nvPr>
        </p:nvSpPr>
        <p:spPr>
          <a:xfrm>
            <a:off x="13199533" y="8626808"/>
            <a:ext cx="207644" cy="177800"/>
          </a:xfrm>
          <a:prstGeom prst="rect">
            <a:avLst/>
          </a:prstGeom>
        </p:spPr>
        <p:txBody>
          <a:bodyPr vert="horz" wrap="square" lIns="0" tIns="0" rIns="0" bIns="0" rtlCol="0">
            <a:spAutoFit/>
          </a:bodyPr>
          <a:lstStyle>
            <a:defPPr>
              <a:defRPr lang="zh-CN"/>
            </a:defPPr>
            <a:lvl1pPr marL="0" algn="l" defTabSz="914400" rtl="0" eaLnBrk="1" latinLnBrk="0" hangingPunct="1">
              <a:defRPr sz="1200" b="0" i="0" kern="1200">
                <a:solidFill>
                  <a:schemeClr val="tx1"/>
                </a:solidFill>
                <a:latin typeface="Arial" panose="020B0604020202020204"/>
                <a:ea typeface="+mn-ea"/>
                <a:cs typeface="Arial" panose="020B0604020202020204"/>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7310"/>
            <a:fld id="{81D60167-4931-47E6-BA6A-407CBD079E47}" type="slidenum">
              <a:rPr lang="en-US" altLang="zh-CN" smtClean="0"/>
            </a:fld>
            <a:endParaRPr dirty="0"/>
          </a:p>
        </p:txBody>
      </p:sp>
      <p:sp>
        <p:nvSpPr>
          <p:cNvPr id="19" name="Title 1"/>
          <p:cNvSpPr txBox="1"/>
          <p:nvPr/>
        </p:nvSpPr>
        <p:spPr>
          <a:xfrm>
            <a:off x="935800" y="291959"/>
            <a:ext cx="9682017" cy="45490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思源黑体 CN Bold" panose="020B0800000000000000" pitchFamily="34" charset="-122"/>
                <a:ea typeface="思源黑体 CN Bold" panose="020B0800000000000000" pitchFamily="34" charset="-122"/>
                <a:cs typeface="+mj-cs"/>
              </a:defRPr>
            </a:lvl1pPr>
          </a:lstStyle>
          <a:p>
            <a:r>
              <a:rPr lang="zh-CN" altLang="en-US" sz="2900" dirty="0">
                <a:solidFill>
                  <a:schemeClr val="bg1"/>
                </a:solidFill>
              </a:rPr>
              <a:t>储能</a:t>
            </a:r>
            <a:r>
              <a:rPr lang="zh-CN" altLang="en-US" sz="2900" dirty="0">
                <a:solidFill>
                  <a:schemeClr val="bg1"/>
                </a:solidFill>
              </a:rPr>
              <a:t>产品安全</a:t>
            </a:r>
            <a:r>
              <a:rPr lang="en-US" altLang="zh-CN" sz="2900" dirty="0">
                <a:solidFill>
                  <a:schemeClr val="bg1"/>
                </a:solidFill>
              </a:rPr>
              <a:t>-</a:t>
            </a:r>
            <a:r>
              <a:rPr lang="zh-CN" altLang="en-US" sz="2900" dirty="0">
                <a:solidFill>
                  <a:schemeClr val="bg1"/>
                </a:solidFill>
              </a:rPr>
              <a:t>设计安全</a:t>
            </a:r>
            <a:endParaRPr lang="zh-CN" altLang="en-US" sz="2900" dirty="0">
              <a:solidFill>
                <a:schemeClr val="bg1"/>
              </a:solidFill>
            </a:endParaRPr>
          </a:p>
        </p:txBody>
      </p:sp>
      <p:sp>
        <p:nvSpPr>
          <p:cNvPr id="30" name="文本框 29"/>
          <p:cNvSpPr txBox="1"/>
          <p:nvPr/>
        </p:nvSpPr>
        <p:spPr>
          <a:xfrm>
            <a:off x="716041" y="1017486"/>
            <a:ext cx="10759678" cy="1045210"/>
          </a:xfrm>
          <a:prstGeom prst="rect">
            <a:avLst/>
          </a:prstGeom>
          <a:noFill/>
        </p:spPr>
        <p:txBody>
          <a:bodyPr wrap="square">
            <a:spAutoFit/>
          </a:bodyPr>
          <a:lstStyle/>
          <a:p>
            <a:r>
              <a:rPr lang="zh-CN" altLang="en-US" sz="2000" b="1" dirty="0">
                <a:solidFill>
                  <a:schemeClr val="accent5">
                    <a:lumMod val="60000"/>
                    <a:lumOff val="40000"/>
                  </a:schemeClr>
                </a:solidFill>
                <a:effectLst/>
                <a:latin typeface="思源黑体 CN Bold" panose="020B0800000000000000" pitchFamily="34" charset="-122"/>
                <a:ea typeface="思源黑体 CN Bold" panose="020B0800000000000000" pitchFamily="34" charset="-122"/>
              </a:rPr>
              <a:t>产品通过模拟热仿真，严苛高低温测试，确保热设计可靠性，杜绝潜在热失控风险</a:t>
            </a:r>
            <a:endParaRPr lang="zh-CN" altLang="en-US" sz="2000" b="1" dirty="0">
              <a:solidFill>
                <a:schemeClr val="accent5">
                  <a:lumMod val="60000"/>
                  <a:lumOff val="40000"/>
                </a:schemeClr>
              </a:solidFill>
              <a:effectLst/>
              <a:latin typeface="思源黑体 CN Bold" panose="020B0800000000000000" pitchFamily="34" charset="-122"/>
              <a:ea typeface="思源黑体 CN Bold" panose="020B0800000000000000" pitchFamily="34" charset="-122"/>
            </a:endParaRPr>
          </a:p>
          <a:p>
            <a:pPr indent="457200">
              <a:lnSpc>
                <a:spcPct val="150000"/>
              </a:lnSpc>
            </a:pPr>
            <a:r>
              <a:rPr lang="zh-CN" altLang="en-US" sz="1400" dirty="0">
                <a:solidFill>
                  <a:schemeClr val="bg1"/>
                </a:solidFill>
                <a:latin typeface="思源黑体 CN Bold" panose="020B0800000000000000" pitchFamily="34" charset="-122"/>
                <a:ea typeface="思源黑体 CN Bold" panose="020B0800000000000000" pitchFamily="34" charset="-122"/>
              </a:rPr>
              <a:t>通过计算机模拟多种应用环境，多次仿真数据比对，持续优化产品热管理设计，线下通过第三方严苛高低温测试，多维度确保产品热管理稳定性，提升产品整体安全及长寿命保障。</a:t>
            </a:r>
            <a:endParaRPr lang="zh-CN" altLang="en-US" sz="1400" dirty="0">
              <a:solidFill>
                <a:schemeClr val="bg1"/>
              </a:solidFill>
              <a:latin typeface="思源黑体 CN Bold" panose="020B0800000000000000" pitchFamily="34" charset="-122"/>
              <a:ea typeface="思源黑体 CN Bold" panose="020B0800000000000000" pitchFamily="34" charset="-122"/>
            </a:endParaRPr>
          </a:p>
        </p:txBody>
      </p:sp>
      <p:pic>
        <p:nvPicPr>
          <p:cNvPr id="3" name="图片 2"/>
          <p:cNvPicPr>
            <a:picLocks noChangeAspect="1"/>
          </p:cNvPicPr>
          <p:nvPr/>
        </p:nvPicPr>
        <p:blipFill>
          <a:blip r:embed="rId2"/>
          <a:stretch>
            <a:fillRect/>
          </a:stretch>
        </p:blipFill>
        <p:spPr>
          <a:xfrm>
            <a:off x="6433238" y="2044991"/>
            <a:ext cx="2550892" cy="3600000"/>
          </a:xfrm>
          <a:prstGeom prst="rect">
            <a:avLst/>
          </a:prstGeom>
        </p:spPr>
      </p:pic>
      <p:grpSp>
        <p:nvGrpSpPr>
          <p:cNvPr id="6" name="组合 5"/>
          <p:cNvGrpSpPr/>
          <p:nvPr/>
        </p:nvGrpSpPr>
        <p:grpSpPr>
          <a:xfrm>
            <a:off x="9351064" y="2044991"/>
            <a:ext cx="2553736" cy="3600000"/>
            <a:chOff x="8702464" y="1843061"/>
            <a:chExt cx="2553736" cy="3600000"/>
          </a:xfrm>
        </p:grpSpPr>
        <p:pic>
          <p:nvPicPr>
            <p:cNvPr id="7" name="图片 6"/>
            <p:cNvPicPr>
              <a:picLocks noChangeAspect="1"/>
            </p:cNvPicPr>
            <p:nvPr/>
          </p:nvPicPr>
          <p:blipFill>
            <a:blip r:embed="rId3"/>
            <a:stretch>
              <a:fillRect/>
            </a:stretch>
          </p:blipFill>
          <p:spPr>
            <a:xfrm>
              <a:off x="8702464" y="1843061"/>
              <a:ext cx="2553736" cy="3600000"/>
            </a:xfrm>
            <a:prstGeom prst="rect">
              <a:avLst/>
            </a:prstGeom>
          </p:spPr>
        </p:pic>
        <p:sp>
          <p:nvSpPr>
            <p:cNvPr id="9" name="矩形 8"/>
            <p:cNvSpPr/>
            <p:nvPr/>
          </p:nvSpPr>
          <p:spPr>
            <a:xfrm>
              <a:off x="8928100" y="2470150"/>
              <a:ext cx="2171700" cy="2730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1" name="图片 10"/>
          <p:cNvPicPr>
            <a:picLocks noChangeAspect="1"/>
          </p:cNvPicPr>
          <p:nvPr/>
        </p:nvPicPr>
        <p:blipFill>
          <a:blip r:embed="rId4"/>
          <a:stretch>
            <a:fillRect/>
          </a:stretch>
        </p:blipFill>
        <p:spPr>
          <a:xfrm>
            <a:off x="266721" y="2138590"/>
            <a:ext cx="2876946" cy="1620000"/>
          </a:xfrm>
          <a:prstGeom prst="rect">
            <a:avLst/>
          </a:prstGeom>
          <a:ln>
            <a:noFill/>
          </a:ln>
          <a:effectLst>
            <a:softEdge rad="112500"/>
          </a:effectLst>
        </p:spPr>
      </p:pic>
      <p:pic>
        <p:nvPicPr>
          <p:cNvPr id="16" name="图片 15"/>
          <p:cNvPicPr>
            <a:picLocks noChangeAspect="1"/>
          </p:cNvPicPr>
          <p:nvPr/>
        </p:nvPicPr>
        <p:blipFill>
          <a:blip r:embed="rId5"/>
          <a:stretch>
            <a:fillRect/>
          </a:stretch>
        </p:blipFill>
        <p:spPr>
          <a:xfrm>
            <a:off x="3257311" y="2138590"/>
            <a:ext cx="2876622" cy="1620000"/>
          </a:xfrm>
          <a:prstGeom prst="rect">
            <a:avLst/>
          </a:prstGeom>
          <a:ln>
            <a:noFill/>
          </a:ln>
          <a:effectLst>
            <a:softEdge rad="112500"/>
          </a:effectLst>
        </p:spPr>
      </p:pic>
      <p:pic>
        <p:nvPicPr>
          <p:cNvPr id="32" name="图片 31"/>
          <p:cNvPicPr>
            <a:picLocks noChangeAspect="1"/>
          </p:cNvPicPr>
          <p:nvPr/>
        </p:nvPicPr>
        <p:blipFill>
          <a:blip r:embed="rId6"/>
          <a:stretch>
            <a:fillRect/>
          </a:stretch>
        </p:blipFill>
        <p:spPr>
          <a:xfrm>
            <a:off x="266721" y="3924262"/>
            <a:ext cx="2879517" cy="1620000"/>
          </a:xfrm>
          <a:prstGeom prst="rect">
            <a:avLst/>
          </a:prstGeom>
          <a:ln>
            <a:noFill/>
          </a:ln>
          <a:effectLst>
            <a:softEdge rad="112500"/>
          </a:effectLst>
        </p:spPr>
      </p:pic>
      <p:pic>
        <p:nvPicPr>
          <p:cNvPr id="34" name="图片 33"/>
          <p:cNvPicPr>
            <a:picLocks noChangeAspect="1"/>
          </p:cNvPicPr>
          <p:nvPr/>
        </p:nvPicPr>
        <p:blipFill>
          <a:blip r:embed="rId7"/>
          <a:stretch>
            <a:fillRect/>
          </a:stretch>
        </p:blipFill>
        <p:spPr>
          <a:xfrm>
            <a:off x="3258597" y="3924262"/>
            <a:ext cx="2878392" cy="1620000"/>
          </a:xfrm>
          <a:prstGeom prst="rect">
            <a:avLst/>
          </a:prstGeom>
          <a:ln>
            <a:noFill/>
          </a:ln>
          <a:effectLst>
            <a:softEdge rad="112500"/>
          </a:effectLst>
        </p:spPr>
      </p:pic>
      <p:sp>
        <p:nvSpPr>
          <p:cNvPr id="22" name="日期占位符 21"/>
          <p:cNvSpPr>
            <a:spLocks noGrp="1"/>
          </p:cNvSpPr>
          <p:nvPr>
            <p:ph type="dt" sz="half" idx="2"/>
          </p:nvPr>
        </p:nvSpPr>
        <p:spPr/>
        <p:txBody>
          <a:bodyPr/>
          <a:lstStyle/>
          <a:p>
            <a:fld id="{90AE510E-1D87-4DEA-927B-646DBA74B99E}" type="datetime1">
              <a:rPr lang="zh-CN" altLang="en-US" smtClean="0"/>
            </a:fld>
            <a:endParaRPr lang="zh-CN" altLang="en-US" dirty="0"/>
          </a:p>
        </p:txBody>
      </p:sp>
      <p:sp>
        <p:nvSpPr>
          <p:cNvPr id="26" name="页脚占位符 25"/>
          <p:cNvSpPr>
            <a:spLocks noGrp="1"/>
          </p:cNvSpPr>
          <p:nvPr>
            <p:ph type="ftr" sz="quarter" idx="3"/>
          </p:nvPr>
        </p:nvSpPr>
        <p:spPr/>
        <p:txBody>
          <a:bodyPr/>
          <a:lstStyle/>
          <a:p>
            <a:r>
              <a:rPr lang="zh-CN" altLang="en-US"/>
              <a:t>保密级别：公开</a:t>
            </a:r>
            <a:endParaRPr lang="zh-CN" altLang="en-US" dirty="0"/>
          </a:p>
        </p:txBody>
      </p:sp>
      <p:sp>
        <p:nvSpPr>
          <p:cNvPr id="27" name="灯片编号占位符 5"/>
          <p:cNvSpPr>
            <a:spLocks noGrp="1"/>
          </p:cNvSpPr>
          <p:nvPr/>
        </p:nvSpPr>
        <p:spPr>
          <a:xfrm>
            <a:off x="8610600" y="6356350"/>
            <a:ext cx="2743200" cy="365125"/>
          </a:xfrm>
          <a:prstGeom prst="rect">
            <a:avLst/>
          </a:prstGeom>
        </p:spPr>
        <p:txBody>
          <a:bodyPr vert="horz" lIns="91440" tIns="45720" rIns="91440" bIns="45720" rtlCol="0" anchor="ctr"/>
          <a:lstStyle>
            <a:defPPr>
              <a:defRPr lang="zh-CN"/>
            </a:defPPr>
            <a:lvl1pPr marL="0" algn="ctr" defTabSz="914400" rtl="0" eaLnBrk="1" latinLnBrk="0" hangingPunct="1">
              <a:defRPr sz="900" kern="1200">
                <a:solidFill>
                  <a:srgbClr val="F2F2F2"/>
                </a:solidFill>
                <a:latin typeface="思源黑体 CN Light" panose="020B0300000000000000" pitchFamily="34" charset="-122"/>
                <a:ea typeface="思源黑体 CN Light" panose="020B0300000000000000"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2E33E1-9AF2-45A8-BB07-EBD06F9F463D}" type="slidenum">
              <a:rPr lang="zh-CN" altLang="en-US" smtClean="0"/>
            </a:fld>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z="2900"/>
              <a:t>储能</a:t>
            </a:r>
            <a:r>
              <a:rPr lang="zh-CN" altLang="en-US" sz="2900"/>
              <a:t>产品安全</a:t>
            </a:r>
            <a:r>
              <a:rPr lang="en-US" altLang="zh-CN" sz="2900"/>
              <a:t>-</a:t>
            </a:r>
            <a:r>
              <a:rPr lang="zh-CN" altLang="en-US" sz="2900"/>
              <a:t>消防安全</a:t>
            </a:r>
            <a:endParaRPr lang="zh-CN" altLang="en-US" sz="2900"/>
          </a:p>
        </p:txBody>
      </p:sp>
      <p:sp>
        <p:nvSpPr>
          <p:cNvPr id="37" name="Rectangle 36"/>
          <p:cNvSpPr/>
          <p:nvPr>
            <p:custDataLst>
              <p:tags r:id="rId1"/>
            </p:custDataLst>
          </p:nvPr>
        </p:nvSpPr>
        <p:spPr>
          <a:xfrm>
            <a:off x="6544945" y="2217420"/>
            <a:ext cx="5271770" cy="3964940"/>
          </a:xfrm>
          <a:prstGeom prst="rect">
            <a:avLst/>
          </a:prstGeom>
          <a:solidFill>
            <a:srgbClr val="212C3C">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597296" y="815556"/>
            <a:ext cx="10308920" cy="2014855"/>
          </a:xfrm>
          <a:prstGeom prst="rect">
            <a:avLst/>
          </a:prstGeom>
          <a:noFill/>
        </p:spPr>
        <p:txBody>
          <a:bodyPr wrap="square">
            <a:spAutoFit/>
          </a:bodyPr>
          <a:lstStyle/>
          <a:p>
            <a:r>
              <a:rPr lang="zh-CN" altLang="en-US" sz="2000" b="1" dirty="0">
                <a:solidFill>
                  <a:schemeClr val="accent5">
                    <a:lumMod val="60000"/>
                    <a:lumOff val="40000"/>
                  </a:schemeClr>
                </a:solidFill>
                <a:latin typeface="思源黑体 CN Bold" panose="020B0800000000000000" pitchFamily="34" charset="-122"/>
                <a:ea typeface="思源黑体 CN Bold" panose="020B0800000000000000" pitchFamily="34" charset="-122"/>
              </a:rPr>
              <a:t>“</a:t>
            </a:r>
            <a:r>
              <a:rPr lang="en-US" altLang="zh-CN" sz="2000" b="1" dirty="0">
                <a:solidFill>
                  <a:schemeClr val="accent5">
                    <a:lumMod val="60000"/>
                    <a:lumOff val="40000"/>
                  </a:schemeClr>
                </a:solidFill>
                <a:latin typeface="思源黑体 CN Bold" panose="020B0800000000000000" pitchFamily="34" charset="-122"/>
                <a:ea typeface="思源黑体 CN Bold" panose="020B0800000000000000" pitchFamily="34" charset="-122"/>
              </a:rPr>
              <a:t>Pack</a:t>
            </a:r>
            <a:r>
              <a:rPr lang="zh-CN" altLang="en-US" sz="2000" b="1" dirty="0">
                <a:solidFill>
                  <a:schemeClr val="accent5">
                    <a:lumMod val="60000"/>
                    <a:lumOff val="40000"/>
                  </a:schemeClr>
                </a:solidFill>
                <a:latin typeface="思源黑体 CN Bold" panose="020B0800000000000000" pitchFamily="34" charset="-122"/>
                <a:ea typeface="思源黑体 CN Bold" panose="020B0800000000000000" pitchFamily="34" charset="-122"/>
              </a:rPr>
              <a:t>级气溶胶</a:t>
            </a:r>
            <a:r>
              <a:rPr lang="en-US" altLang="zh-CN" sz="2000" b="1" dirty="0">
                <a:solidFill>
                  <a:schemeClr val="accent5">
                    <a:lumMod val="60000"/>
                    <a:lumOff val="40000"/>
                  </a:schemeClr>
                </a:solidFill>
                <a:latin typeface="思源黑体 CN Bold" panose="020B0800000000000000" pitchFamily="34" charset="-122"/>
                <a:ea typeface="思源黑体 CN Bold" panose="020B0800000000000000" pitchFamily="34" charset="-122"/>
              </a:rPr>
              <a:t>+</a:t>
            </a:r>
            <a:r>
              <a:rPr lang="zh-CN" altLang="en-US" sz="2000" b="1" dirty="0">
                <a:solidFill>
                  <a:schemeClr val="accent5">
                    <a:lumMod val="60000"/>
                    <a:lumOff val="40000"/>
                  </a:schemeClr>
                </a:solidFill>
                <a:latin typeface="思源黑体 CN Bold" panose="020B0800000000000000" pitchFamily="34" charset="-122"/>
                <a:ea typeface="思源黑体 CN Bold" panose="020B0800000000000000" pitchFamily="34" charset="-122"/>
              </a:rPr>
              <a:t>舱级气溶胶</a:t>
            </a:r>
            <a:r>
              <a:rPr lang="en-US" altLang="zh-CN" sz="2000" b="1" dirty="0">
                <a:solidFill>
                  <a:schemeClr val="accent5">
                    <a:lumMod val="60000"/>
                    <a:lumOff val="40000"/>
                  </a:schemeClr>
                </a:solidFill>
                <a:latin typeface="思源黑体 CN Bold" panose="020B0800000000000000" pitchFamily="34" charset="-122"/>
                <a:ea typeface="思源黑体 CN Bold" panose="020B0800000000000000" pitchFamily="34" charset="-122"/>
              </a:rPr>
              <a:t>+</a:t>
            </a:r>
            <a:r>
              <a:rPr lang="zh-CN" altLang="en-US" sz="2000" b="1" dirty="0">
                <a:solidFill>
                  <a:schemeClr val="accent5">
                    <a:lumMod val="60000"/>
                    <a:lumOff val="40000"/>
                  </a:schemeClr>
                </a:solidFill>
                <a:latin typeface="思源黑体 CN Bold" panose="020B0800000000000000" pitchFamily="34" charset="-122"/>
                <a:ea typeface="思源黑体 CN Bold" panose="020B0800000000000000" pitchFamily="34" charset="-122"/>
              </a:rPr>
              <a:t>水喷淋系统”三重消防保护</a:t>
            </a:r>
            <a:endParaRPr lang="en-US" altLang="zh-CN" sz="2000" b="1" dirty="0">
              <a:solidFill>
                <a:schemeClr val="bg1"/>
              </a:solidFill>
              <a:effectLst/>
              <a:latin typeface="思源黑体 CN Bold" panose="020B0800000000000000" pitchFamily="34" charset="-122"/>
              <a:ea typeface="思源黑体 CN Bold" panose="020B0800000000000000" pitchFamily="34" charset="-122"/>
            </a:endParaRPr>
          </a:p>
          <a:p>
            <a:pPr indent="457200" algn="l">
              <a:lnSpc>
                <a:spcPct val="150000"/>
              </a:lnSpc>
              <a:buClrTx/>
              <a:buSzTx/>
              <a:buFontTx/>
            </a:pPr>
            <a:r>
              <a:rPr lang="zh-CN" altLang="en-US" sz="1400" dirty="0">
                <a:solidFill>
                  <a:schemeClr val="bg1"/>
                </a:solidFill>
                <a:latin typeface="思源黑体 CN Bold" panose="020B0800000000000000" pitchFamily="34" charset="-122"/>
                <a:ea typeface="思源黑体 CN Bold" panose="020B0800000000000000" pitchFamily="34" charset="-122"/>
              </a:rPr>
              <a:t>一体柜消防系统采用 PACK 级&amp;簇级气溶胶方案、水消防进行保护；</a:t>
            </a:r>
            <a:endParaRPr lang="zh-CN" altLang="en-US" sz="1400" dirty="0">
              <a:solidFill>
                <a:schemeClr val="bg1"/>
              </a:solidFill>
              <a:latin typeface="思源黑体 CN Bold" panose="020B0800000000000000" pitchFamily="34" charset="-122"/>
              <a:ea typeface="思源黑体 CN Bold" panose="020B0800000000000000" pitchFamily="34" charset="-122"/>
            </a:endParaRPr>
          </a:p>
          <a:p>
            <a:pPr indent="457200" algn="l">
              <a:lnSpc>
                <a:spcPct val="150000"/>
              </a:lnSpc>
              <a:buClrTx/>
              <a:buSzTx/>
              <a:buFontTx/>
            </a:pPr>
            <a:r>
              <a:rPr lang="zh-CN" altLang="en-US" sz="1400" dirty="0">
                <a:solidFill>
                  <a:schemeClr val="bg1"/>
                </a:solidFill>
                <a:latin typeface="思源黑体 CN Bold" panose="020B0800000000000000" pitchFamily="34" charset="-122"/>
                <a:ea typeface="思源黑体 CN Bold" panose="020B0800000000000000" pitchFamily="34" charset="-122"/>
              </a:rPr>
              <a:t>在电池柜中安装多功能复合型探测器，可监测到 VOC、CO、烟雾等 气体和温度，当触发任一条件上传报警信号至 BMS 并直接断开交流侧总开关； 一体机外壁上安装正常运行灯、故障灯和急停按钮。正常运行时正常运行绿灯亮，故障发生时故障红灯亮，可通过紧急启停按钮来手动控制一体机停 机； 当 PACK 内温度达到 170℃，PACK 内气溶胶保护动作，当簇内温度达到170℃，簇内气溶胶保护动作；一体柜预留水消防管道，支持客户水消防接入。</a:t>
            </a:r>
            <a:endParaRPr lang="zh-CN" altLang="en-US" sz="1400" dirty="0">
              <a:solidFill>
                <a:schemeClr val="bg1"/>
              </a:solidFill>
              <a:latin typeface="思源黑体 CN Normal" panose="020B0400000000000000" pitchFamily="34" charset="-122"/>
              <a:ea typeface="思源黑体 CN Normal" panose="020B0400000000000000" pitchFamily="34" charset="-122"/>
            </a:endParaRPr>
          </a:p>
        </p:txBody>
      </p:sp>
      <p:pic>
        <p:nvPicPr>
          <p:cNvPr id="26" name="图片 25"/>
          <p:cNvPicPr>
            <a:picLocks noChangeAspect="1"/>
          </p:cNvPicPr>
          <p:nvPr/>
        </p:nvPicPr>
        <p:blipFill rotWithShape="1">
          <a:blip r:embed="rId2">
            <a:clrChange>
              <a:clrFrom>
                <a:srgbClr val="000000"/>
              </a:clrFrom>
              <a:clrTo>
                <a:srgbClr val="000000">
                  <a:alpha val="0"/>
                </a:srgbClr>
              </a:clrTo>
            </a:clrChange>
            <a:duotone>
              <a:schemeClr val="accent2">
                <a:shade val="45000"/>
                <a:satMod val="135000"/>
              </a:schemeClr>
              <a:prstClr val="white"/>
            </a:duotone>
            <a:extLst>
              <a:ext uri="{BEBA8EAE-BF5A-486C-A8C5-ECC9F3942E4B}">
                <a14:imgProps xmlns:a14="http://schemas.microsoft.com/office/drawing/2010/main">
                  <a14:imgLayer r:embed="rId3">
                    <a14:imgEffect>
                      <a14:saturation sat="400000"/>
                    </a14:imgEffect>
                  </a14:imgLayer>
                </a14:imgProps>
              </a:ext>
            </a:extLst>
          </a:blip>
          <a:srcRect t="15465"/>
          <a:stretch>
            <a:fillRect/>
          </a:stretch>
        </p:blipFill>
        <p:spPr>
          <a:xfrm>
            <a:off x="858859" y="2838101"/>
            <a:ext cx="5073650" cy="3759221"/>
          </a:xfrm>
          <a:prstGeom prst="rect">
            <a:avLst/>
          </a:prstGeom>
        </p:spPr>
      </p:pic>
      <p:pic>
        <p:nvPicPr>
          <p:cNvPr id="27" name="气溶胶灭火视频">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6529146" y="3131325"/>
            <a:ext cx="5073650" cy="2875068"/>
          </a:xfrm>
          <a:prstGeom prst="rect">
            <a:avLst/>
          </a:prstGeom>
        </p:spPr>
      </p:pic>
      <p:sp>
        <p:nvSpPr>
          <p:cNvPr id="28" name="文本框 27"/>
          <p:cNvSpPr txBox="1"/>
          <p:nvPr/>
        </p:nvSpPr>
        <p:spPr>
          <a:xfrm>
            <a:off x="376259" y="3702050"/>
            <a:ext cx="482600" cy="1754326"/>
          </a:xfrm>
          <a:prstGeom prst="rect">
            <a:avLst/>
          </a:prstGeom>
          <a:noFill/>
        </p:spPr>
        <p:txBody>
          <a:bodyPr wrap="square" rtlCol="0">
            <a:spAutoFit/>
          </a:bodyPr>
          <a:lstStyle/>
          <a:p>
            <a:r>
              <a:rPr lang="zh-CN" altLang="en-US" b="1" dirty="0">
                <a:solidFill>
                  <a:srgbClr val="89ABCB"/>
                </a:solidFill>
                <a:latin typeface="思源黑体 CN Normal" panose="020B0400000000000000" pitchFamily="34" charset="-122"/>
                <a:ea typeface="思源黑体 CN Normal" panose="020B0400000000000000" pitchFamily="34" charset="-122"/>
              </a:rPr>
              <a:t>消防控制逻辑</a:t>
            </a:r>
            <a:endParaRPr lang="zh-CN" altLang="en-US" b="1" dirty="0">
              <a:solidFill>
                <a:srgbClr val="89ABCB"/>
              </a:solidFill>
              <a:latin typeface="思源黑体 CN Normal" panose="020B0400000000000000" pitchFamily="34" charset="-122"/>
              <a:ea typeface="思源黑体 CN Normal" panose="020B0400000000000000" pitchFamily="34" charset="-122"/>
            </a:endParaRPr>
          </a:p>
        </p:txBody>
      </p:sp>
      <p:sp>
        <p:nvSpPr>
          <p:cNvPr id="29" name="文本框 28"/>
          <p:cNvSpPr txBox="1"/>
          <p:nvPr/>
        </p:nvSpPr>
        <p:spPr>
          <a:xfrm>
            <a:off x="7867764" y="2632204"/>
            <a:ext cx="2396414" cy="369332"/>
          </a:xfrm>
          <a:prstGeom prst="rect">
            <a:avLst/>
          </a:prstGeom>
          <a:noFill/>
        </p:spPr>
        <p:txBody>
          <a:bodyPr wrap="square" rtlCol="0">
            <a:spAutoFit/>
          </a:bodyPr>
          <a:lstStyle/>
          <a:p>
            <a:r>
              <a:rPr lang="en-US" altLang="zh-CN" b="1" dirty="0">
                <a:solidFill>
                  <a:srgbClr val="9DC3E6"/>
                </a:solidFill>
                <a:latin typeface="思源黑体 CN Normal" panose="020B0400000000000000" pitchFamily="34" charset="-122"/>
                <a:ea typeface="思源黑体 CN Normal" panose="020B0400000000000000" pitchFamily="34" charset="-122"/>
              </a:rPr>
              <a:t>Pack</a:t>
            </a:r>
            <a:r>
              <a:rPr lang="zh-CN" altLang="en-US" b="1" dirty="0">
                <a:solidFill>
                  <a:srgbClr val="9DC3E6"/>
                </a:solidFill>
                <a:latin typeface="思源黑体 CN Normal" panose="020B0400000000000000" pitchFamily="34" charset="-122"/>
                <a:ea typeface="思源黑体 CN Normal" panose="020B0400000000000000" pitchFamily="34" charset="-122"/>
              </a:rPr>
              <a:t>级消防灭火测试</a:t>
            </a:r>
            <a:endParaRPr lang="zh-CN" altLang="en-US" b="1" dirty="0">
              <a:solidFill>
                <a:srgbClr val="9DC3E6"/>
              </a:solidFill>
              <a:latin typeface="思源黑体 CN Normal" panose="020B0400000000000000" pitchFamily="34" charset="-122"/>
              <a:ea typeface="思源黑体 CN Normal" panose="020B0400000000000000" pitchFamily="34" charset="-122"/>
            </a:endParaRPr>
          </a:p>
        </p:txBody>
      </p:sp>
      <p:sp>
        <p:nvSpPr>
          <p:cNvPr id="30" name="日期占位符 1"/>
          <p:cNvSpPr>
            <a:spLocks noGrp="1"/>
          </p:cNvSpPr>
          <p:nvPr>
            <p:ph type="dt" sz="half" idx="2"/>
          </p:nvPr>
        </p:nvSpPr>
        <p:spPr>
          <a:xfrm>
            <a:off x="5430859" y="6434685"/>
            <a:ext cx="2743200" cy="365125"/>
          </a:xfrm>
        </p:spPr>
        <p:txBody>
          <a:bodyPr/>
          <a:lstStyle/>
          <a:p>
            <a:fld id="{90AE510E-1D87-4DEA-927B-646DBA74B99E}" type="datetime1">
              <a:rPr lang="zh-CN" altLang="en-US" smtClean="0"/>
            </a:fld>
            <a:endParaRPr lang="zh-CN" altLang="en-US" dirty="0"/>
          </a:p>
        </p:txBody>
      </p:sp>
      <p:sp>
        <p:nvSpPr>
          <p:cNvPr id="31" name="页脚占位符 2"/>
          <p:cNvSpPr>
            <a:spLocks noGrp="1"/>
          </p:cNvSpPr>
          <p:nvPr>
            <p:ph type="ftr" sz="quarter" idx="3"/>
          </p:nvPr>
        </p:nvSpPr>
        <p:spPr>
          <a:xfrm>
            <a:off x="858859" y="6434686"/>
            <a:ext cx="4114800" cy="365125"/>
          </a:xfrm>
        </p:spPr>
        <p:txBody>
          <a:bodyPr/>
          <a:lstStyle/>
          <a:p>
            <a:r>
              <a:rPr lang="zh-CN" altLang="en-US"/>
              <a:t>保密级别：公开</a:t>
            </a:r>
            <a:endParaRPr lang="zh-CN" altLang="en-US" dirty="0"/>
          </a:p>
        </p:txBody>
      </p:sp>
      <p:sp>
        <p:nvSpPr>
          <p:cNvPr id="32" name="灯片编号占位符 3"/>
          <p:cNvSpPr>
            <a:spLocks noGrp="1"/>
          </p:cNvSpPr>
          <p:nvPr>
            <p:ph type="sldNum" sz="quarter" idx="4"/>
          </p:nvPr>
        </p:nvSpPr>
        <p:spPr>
          <a:xfrm>
            <a:off x="8631259" y="6434686"/>
            <a:ext cx="2743200" cy="365125"/>
          </a:xfrm>
        </p:spPr>
        <p:txBody>
          <a:bodyPr/>
          <a:lstStyle/>
          <a:p>
            <a:r>
              <a:rPr lang="en-US" altLang="zh-CN" dirty="0"/>
              <a:t>16</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133"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7"/>
                </p:tgtEl>
              </p:cMediaNode>
            </p:video>
            <p:seq concurrent="1" nextAc="seek">
              <p:cTn id="8" restart="whenNotActive" fill="hold" evtFilter="cancelBubble" nodeType="interactiveSeq">
                <p:stCondLst>
                  <p:cond evt="onClick" delay="0">
                    <p:tgtEl>
                      <p:spTgt spid="2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7"/>
                                        </p:tgtEl>
                                      </p:cBhvr>
                                    </p:cmd>
                                  </p:childTnLst>
                                </p:cTn>
                              </p:par>
                            </p:childTnLst>
                          </p:cTn>
                        </p:par>
                      </p:childTnLst>
                    </p:cTn>
                  </p:par>
                </p:childTnLst>
              </p:cTn>
              <p:nextCondLst>
                <p:cond evt="onClick" delay="0">
                  <p:tgtEl>
                    <p:spTgt spid="27"/>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5334000" y="1073785"/>
            <a:ext cx="6338570" cy="2272665"/>
          </a:xfrm>
          <a:prstGeom prst="rect">
            <a:avLst/>
          </a:prstGeom>
          <a:solidFill>
            <a:schemeClr val="bg2">
              <a:lumMod val="90000"/>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p:txBody>
          <a:bodyPr/>
          <a:lstStyle/>
          <a:p>
            <a:r>
              <a:rPr lang="zh-CN" altLang="en-US" sz="2900"/>
              <a:t>建设安全</a:t>
            </a:r>
            <a:endParaRPr lang="zh-CN" altLang="en-US" sz="2900"/>
          </a:p>
        </p:txBody>
      </p:sp>
      <p:sp>
        <p:nvSpPr>
          <p:cNvPr id="4" name="日期占位符 3"/>
          <p:cNvSpPr>
            <a:spLocks noGrp="1"/>
          </p:cNvSpPr>
          <p:nvPr>
            <p:ph type="dt" sz="half" idx="2"/>
          </p:nvPr>
        </p:nvSpPr>
        <p:spPr/>
        <p:txBody>
          <a:bodyPr/>
          <a:lstStyle/>
          <a:p>
            <a:fld id="{90AE510E-1D87-4DEA-927B-646DBA74B99E}" type="datetime1">
              <a:rPr lang="zh-CN" altLang="en-US" smtClean="0"/>
            </a:fld>
            <a:endParaRPr lang="zh-CN" altLang="en-US" dirty="0"/>
          </a:p>
        </p:txBody>
      </p:sp>
      <p:sp>
        <p:nvSpPr>
          <p:cNvPr id="5" name="页脚占位符 4"/>
          <p:cNvSpPr>
            <a:spLocks noGrp="1"/>
          </p:cNvSpPr>
          <p:nvPr>
            <p:ph type="ftr" sz="quarter" idx="3"/>
          </p:nvPr>
        </p:nvSpPr>
        <p:spPr/>
        <p:txBody>
          <a:bodyPr/>
          <a:lstStyle/>
          <a:p>
            <a:r>
              <a:rPr lang="zh-CN" altLang="en-US"/>
              <a:t>保密级别：公开</a:t>
            </a:r>
            <a:endParaRPr lang="zh-CN" altLang="en-US" dirty="0"/>
          </a:p>
        </p:txBody>
      </p:sp>
      <p:sp>
        <p:nvSpPr>
          <p:cNvPr id="6" name="灯片编号占位符 5"/>
          <p:cNvSpPr>
            <a:spLocks noGrp="1"/>
          </p:cNvSpPr>
          <p:nvPr>
            <p:ph type="sldNum" sz="quarter" idx="4"/>
          </p:nvPr>
        </p:nvSpPr>
        <p:spPr/>
        <p:txBody>
          <a:bodyPr/>
          <a:lstStyle/>
          <a:p>
            <a:fld id="{B12E33E1-9AF2-45A8-BB07-EBD06F9F463D}" type="slidenum">
              <a:rPr lang="zh-CN" altLang="en-US" smtClean="0"/>
            </a:fld>
            <a:endParaRPr lang="zh-CN" altLang="en-US" dirty="0"/>
          </a:p>
        </p:txBody>
      </p:sp>
      <p:pic>
        <p:nvPicPr>
          <p:cNvPr id="11" name="图片 10"/>
          <p:cNvPicPr>
            <a:picLocks noChangeAspect="1"/>
          </p:cNvPicPr>
          <p:nvPr/>
        </p:nvPicPr>
        <p:blipFill>
          <a:blip r:embed="rId1"/>
          <a:stretch>
            <a:fillRect/>
          </a:stretch>
        </p:blipFill>
        <p:spPr>
          <a:xfrm>
            <a:off x="838200" y="1370965"/>
            <a:ext cx="4211955" cy="1974850"/>
          </a:xfrm>
          <a:prstGeom prst="rect">
            <a:avLst/>
          </a:prstGeom>
        </p:spPr>
      </p:pic>
      <p:sp>
        <p:nvSpPr>
          <p:cNvPr id="14" name="文本框 13"/>
          <p:cNvSpPr txBox="1"/>
          <p:nvPr/>
        </p:nvSpPr>
        <p:spPr>
          <a:xfrm>
            <a:off x="1397635" y="972185"/>
            <a:ext cx="3098165" cy="368300"/>
          </a:xfrm>
          <a:prstGeom prst="rect">
            <a:avLst/>
          </a:prstGeom>
          <a:noFill/>
        </p:spPr>
        <p:txBody>
          <a:bodyPr wrap="square" rtlCol="0">
            <a:spAutoFit/>
          </a:bodyPr>
          <a:lstStyle/>
          <a:p>
            <a:pPr algn="ctr"/>
            <a:r>
              <a:rPr lang="zh-CN" altLang="en-US" dirty="0">
                <a:solidFill>
                  <a:srgbClr val="009EDE"/>
                </a:solidFill>
                <a:latin typeface="思源黑体 CN Bold" panose="020B0800000000000000" pitchFamily="34" charset="-122"/>
                <a:ea typeface="思源黑体 CN Bold" panose="020B0800000000000000" pitchFamily="34" charset="-122"/>
                <a:cs typeface="+mj-cs"/>
                <a:sym typeface="+mn-ea"/>
              </a:rPr>
              <a:t>GB 51048-2014 相关条文</a:t>
            </a:r>
            <a:endParaRPr lang="zh-CN" altLang="en-US" dirty="0">
              <a:solidFill>
                <a:srgbClr val="009EDE"/>
              </a:solidFill>
              <a:latin typeface="思源黑体 CN Bold" panose="020B0800000000000000" pitchFamily="34" charset="-122"/>
              <a:ea typeface="思源黑体 CN Bold" panose="020B0800000000000000" pitchFamily="34" charset="-122"/>
              <a:cs typeface="+mj-cs"/>
              <a:sym typeface="+mn-ea"/>
            </a:endParaRPr>
          </a:p>
        </p:txBody>
      </p:sp>
      <p:sp>
        <p:nvSpPr>
          <p:cNvPr id="8" name="文本框 7"/>
          <p:cNvSpPr txBox="1"/>
          <p:nvPr/>
        </p:nvSpPr>
        <p:spPr>
          <a:xfrm>
            <a:off x="5588635" y="1137285"/>
            <a:ext cx="5884545" cy="2379980"/>
          </a:xfrm>
          <a:prstGeom prst="rect">
            <a:avLst/>
          </a:prstGeom>
          <a:noFill/>
        </p:spPr>
        <p:txBody>
          <a:bodyPr wrap="square" rtlCol="0">
            <a:noAutofit/>
          </a:bodyPr>
          <a:lstStyle/>
          <a:p>
            <a:pPr marL="352425" indent="-171450" algn="just">
              <a:lnSpc>
                <a:spcPct val="150000"/>
              </a:lnSpc>
              <a:buFont typeface="Arial" panose="020B0604020202020204" pitchFamily="34" charset="0"/>
              <a:buChar char="־"/>
            </a:pPr>
            <a:endParaRPr lang="en-US" altLang="zh-CN" sz="1000">
              <a:latin typeface="+mn-ea"/>
            </a:endParaRPr>
          </a:p>
          <a:p>
            <a:pPr marL="352425" indent="-171450" algn="just">
              <a:lnSpc>
                <a:spcPct val="150000"/>
              </a:lnSpc>
              <a:buFont typeface="Arial" panose="020B0604020202020204" pitchFamily="34" charset="0"/>
              <a:buChar char="־"/>
            </a:pPr>
            <a:endParaRPr lang="en-US" altLang="zh-CN" sz="1000">
              <a:latin typeface="+mn-ea"/>
            </a:endParaRPr>
          </a:p>
          <a:p>
            <a:pPr marL="352425" indent="-171450" algn="just">
              <a:lnSpc>
                <a:spcPct val="150000"/>
              </a:lnSpc>
              <a:buFont typeface="Arial" panose="020B0604020202020204" pitchFamily="34" charset="0"/>
              <a:buChar char="־"/>
            </a:pPr>
            <a:endParaRPr lang="en-US" altLang="zh-CN" sz="1000">
              <a:latin typeface="+mn-ea"/>
            </a:endParaRPr>
          </a:p>
          <a:p>
            <a:pPr marL="352425" indent="-171450" algn="just">
              <a:lnSpc>
                <a:spcPct val="150000"/>
              </a:lnSpc>
              <a:buFont typeface="Arial" panose="020B0604020202020204" pitchFamily="34" charset="0"/>
              <a:buChar char="־"/>
            </a:pPr>
            <a:endParaRPr lang="en-US" altLang="zh-CN" sz="1000">
              <a:latin typeface="+mn-ea"/>
            </a:endParaRPr>
          </a:p>
          <a:p>
            <a:pPr algn="just">
              <a:lnSpc>
                <a:spcPct val="150000"/>
              </a:lnSpc>
              <a:spcBef>
                <a:spcPts val="600"/>
              </a:spcBef>
            </a:pPr>
            <a:endParaRPr lang="en-US" altLang="zh-CN" sz="1100" b="1">
              <a:solidFill>
                <a:srgbClr val="1597DB"/>
              </a:solidFill>
              <a:latin typeface="+mn-ea"/>
            </a:endParaRPr>
          </a:p>
          <a:p>
            <a:pPr algn="just">
              <a:lnSpc>
                <a:spcPct val="150000"/>
              </a:lnSpc>
              <a:spcBef>
                <a:spcPts val="600"/>
              </a:spcBef>
            </a:pPr>
            <a:endParaRPr lang="en-US" altLang="zh-CN" sz="1100" b="1">
              <a:solidFill>
                <a:srgbClr val="1597DB"/>
              </a:solidFill>
              <a:latin typeface="+mn-ea"/>
            </a:endParaRPr>
          </a:p>
          <a:p>
            <a:pPr algn="just">
              <a:lnSpc>
                <a:spcPct val="150000"/>
              </a:lnSpc>
              <a:spcBef>
                <a:spcPts val="600"/>
              </a:spcBef>
            </a:pPr>
            <a:endParaRPr lang="en-US" altLang="zh-CN" sz="1100" b="1">
              <a:solidFill>
                <a:srgbClr val="1597DB"/>
              </a:solidFill>
              <a:latin typeface="+mn-ea"/>
            </a:endParaRPr>
          </a:p>
          <a:p>
            <a:pPr algn="just">
              <a:lnSpc>
                <a:spcPct val="150000"/>
              </a:lnSpc>
              <a:spcBef>
                <a:spcPts val="600"/>
              </a:spcBef>
            </a:pPr>
            <a:endParaRPr lang="en-US" altLang="zh-CN" sz="1000" b="1">
              <a:solidFill>
                <a:srgbClr val="1597DB"/>
              </a:solidFill>
              <a:latin typeface="+mn-ea"/>
            </a:endParaRPr>
          </a:p>
          <a:p>
            <a:pPr algn="just">
              <a:lnSpc>
                <a:spcPct val="150000"/>
              </a:lnSpc>
            </a:pPr>
            <a:endParaRPr lang="en-US" altLang="zh-CN" sz="1100" b="1">
              <a:solidFill>
                <a:srgbClr val="1597DB"/>
              </a:solidFill>
              <a:latin typeface="+mn-ea"/>
            </a:endParaRPr>
          </a:p>
          <a:p>
            <a:pPr marL="352425" indent="-171450" algn="just">
              <a:lnSpc>
                <a:spcPct val="125000"/>
              </a:lnSpc>
              <a:buFont typeface="Arial" panose="020B0604020202020204" pitchFamily="34" charset="0"/>
              <a:buChar char="־"/>
            </a:pPr>
            <a:endParaRPr lang="en-US" altLang="zh-CN" sz="1000">
              <a:latin typeface="+mn-ea"/>
            </a:endParaRPr>
          </a:p>
        </p:txBody>
      </p:sp>
      <p:pic>
        <p:nvPicPr>
          <p:cNvPr id="10" name="图片 9"/>
          <p:cNvPicPr>
            <a:picLocks noChangeAspect="1"/>
          </p:cNvPicPr>
          <p:nvPr/>
        </p:nvPicPr>
        <p:blipFill>
          <a:blip r:embed="rId2"/>
          <a:stretch>
            <a:fillRect/>
          </a:stretch>
        </p:blipFill>
        <p:spPr>
          <a:xfrm>
            <a:off x="3105150" y="3973195"/>
            <a:ext cx="8248650" cy="1466850"/>
          </a:xfrm>
          <a:prstGeom prst="rect">
            <a:avLst/>
          </a:prstGeom>
        </p:spPr>
      </p:pic>
      <p:sp>
        <p:nvSpPr>
          <p:cNvPr id="12" name="文本框 11"/>
          <p:cNvSpPr txBox="1"/>
          <p:nvPr/>
        </p:nvSpPr>
        <p:spPr>
          <a:xfrm>
            <a:off x="1032510" y="4150360"/>
            <a:ext cx="2072640" cy="583565"/>
          </a:xfrm>
          <a:prstGeom prst="rect">
            <a:avLst/>
          </a:prstGeom>
          <a:noFill/>
        </p:spPr>
        <p:txBody>
          <a:bodyPr wrap="square" rtlCol="0" anchor="t">
            <a:spAutoFit/>
          </a:bodyPr>
          <a:lstStyle/>
          <a:p>
            <a:pPr algn="l">
              <a:buClrTx/>
              <a:buSzTx/>
              <a:buFontTx/>
            </a:pPr>
            <a:r>
              <a:rPr lang="zh-CN" altLang="en-US" sz="1400" b="1" dirty="0">
                <a:solidFill>
                  <a:schemeClr val="bg1"/>
                </a:solidFill>
                <a:latin typeface="思源黑体 CN Regular" panose="020B0500000000000000" pitchFamily="34" charset="-122"/>
                <a:ea typeface="思源黑体 CN Regular" panose="020B0500000000000000" pitchFamily="34" charset="-122"/>
              </a:rPr>
              <a:t>中电联协会标准</a:t>
            </a:r>
            <a:r>
              <a:rPr lang="zh-CN" altLang="en-US" sz="1800" dirty="0">
                <a:solidFill>
                  <a:srgbClr val="009EDE"/>
                </a:solidFill>
                <a:latin typeface="思源黑体 CN Bold" panose="020B0800000000000000" pitchFamily="34" charset="-122"/>
                <a:ea typeface="思源黑体 CN Bold" panose="020B0800000000000000" pitchFamily="34" charset="-122"/>
                <a:cs typeface="+mj-cs"/>
              </a:rPr>
              <a:t>T/CEC 373-2020</a:t>
            </a:r>
            <a:endParaRPr lang="zh-CN" altLang="en-US" sz="1800" dirty="0">
              <a:solidFill>
                <a:srgbClr val="009EDE"/>
              </a:solidFill>
              <a:latin typeface="思源黑体 CN Bold" panose="020B0800000000000000" pitchFamily="34" charset="-122"/>
              <a:ea typeface="思源黑体 CN Bold" panose="020B0800000000000000" pitchFamily="34" charset="-122"/>
              <a:cs typeface="+mj-cs"/>
            </a:endParaRPr>
          </a:p>
        </p:txBody>
      </p:sp>
      <p:sp>
        <p:nvSpPr>
          <p:cNvPr id="13" name="文本框 12"/>
          <p:cNvSpPr txBox="1"/>
          <p:nvPr/>
        </p:nvSpPr>
        <p:spPr>
          <a:xfrm>
            <a:off x="1032510" y="4812030"/>
            <a:ext cx="1911985" cy="398780"/>
          </a:xfrm>
          <a:prstGeom prst="rect">
            <a:avLst/>
          </a:prstGeom>
          <a:noFill/>
        </p:spPr>
        <p:txBody>
          <a:bodyPr wrap="square" rtlCol="0" anchor="t">
            <a:spAutoFit/>
          </a:bodyPr>
          <a:lstStyle/>
          <a:p>
            <a:pPr algn="l">
              <a:buClrTx/>
              <a:buSzTx/>
              <a:buFontTx/>
            </a:pPr>
            <a:r>
              <a:rPr lang="zh-CN" altLang="en-US" sz="1000" dirty="0">
                <a:solidFill>
                  <a:schemeClr val="bg1"/>
                </a:solidFill>
                <a:latin typeface="思源黑体 CN Light" panose="020B0300000000000000" pitchFamily="34" charset="-122"/>
                <a:ea typeface="思源黑体 CN Light" panose="020B0300000000000000" pitchFamily="34" charset="-122"/>
                <a:sym typeface="+mn-ea"/>
              </a:rPr>
              <a:t>文件中对预制舱式储能放置距离做出指导</a:t>
            </a:r>
            <a:endParaRPr lang="zh-CN" altLang="en-US" sz="1000" dirty="0">
              <a:solidFill>
                <a:schemeClr val="bg1"/>
              </a:solidFill>
              <a:latin typeface="思源黑体 CN Light" panose="020B0300000000000000" pitchFamily="34" charset="-122"/>
              <a:ea typeface="思源黑体 CN Light" panose="020B0300000000000000" pitchFamily="34" charset="-122"/>
              <a:sym typeface="+mn-ea"/>
            </a:endParaRPr>
          </a:p>
        </p:txBody>
      </p:sp>
      <p:sp>
        <p:nvSpPr>
          <p:cNvPr id="15" name="文本框 14"/>
          <p:cNvSpPr txBox="1"/>
          <p:nvPr/>
        </p:nvSpPr>
        <p:spPr>
          <a:xfrm>
            <a:off x="902335" y="5599430"/>
            <a:ext cx="10452100" cy="368300"/>
          </a:xfrm>
          <a:prstGeom prst="rect">
            <a:avLst/>
          </a:prstGeom>
          <a:noFill/>
        </p:spPr>
        <p:txBody>
          <a:bodyPr wrap="square" rtlCol="0" anchor="t">
            <a:spAutoFit/>
          </a:bodyPr>
          <a:lstStyle/>
          <a:p>
            <a:r>
              <a:rPr lang="zh-CN" altLang="en-US" sz="1600" dirty="0">
                <a:solidFill>
                  <a:srgbClr val="00D998"/>
                </a:solidFill>
                <a:effectLst/>
                <a:latin typeface="思源黑体 CN Regular" panose="020B0500000000000000" pitchFamily="34" charset="-122"/>
                <a:ea typeface="思源黑体 CN Regular" panose="020B0500000000000000" pitchFamily="34" charset="-122"/>
              </a:rPr>
              <a:t>浙江、广东、江苏等工商业储能活跃地区均有各自地方消防政策，根据项目所在地严格按照指导标准执行。</a:t>
            </a:r>
            <a:r>
              <a:rPr lang="en-US" altLang="zh-CN"/>
              <a:t>  </a:t>
            </a:r>
            <a:endParaRPr lang="zh-CN" altLang="en-US"/>
          </a:p>
        </p:txBody>
      </p:sp>
      <p:sp>
        <p:nvSpPr>
          <p:cNvPr id="16" name="文本框 15"/>
          <p:cNvSpPr txBox="1"/>
          <p:nvPr/>
        </p:nvSpPr>
        <p:spPr>
          <a:xfrm>
            <a:off x="5410200" y="1223645"/>
            <a:ext cx="6096000" cy="2122805"/>
          </a:xfrm>
          <a:prstGeom prst="rect">
            <a:avLst/>
          </a:prstGeom>
          <a:noFill/>
        </p:spPr>
        <p:txBody>
          <a:bodyPr wrap="square" rtlCol="0" anchor="t">
            <a:spAutoFit/>
          </a:bodyPr>
          <a:lstStyle/>
          <a:p>
            <a:pPr algn="l">
              <a:lnSpc>
                <a:spcPct val="100000"/>
              </a:lnSpc>
              <a:spcBef>
                <a:spcPts val="600"/>
              </a:spcBef>
              <a:buClrTx/>
              <a:buSzTx/>
              <a:buFontTx/>
            </a:pPr>
            <a:r>
              <a:rPr lang="zh-CN" altLang="en-US" sz="1600" dirty="0">
                <a:solidFill>
                  <a:srgbClr val="009EDE"/>
                </a:solidFill>
                <a:latin typeface="思源黑体 CN Bold" panose="020B0800000000000000" pitchFamily="34" charset="-122"/>
                <a:ea typeface="思源黑体 CN Bold" panose="020B0800000000000000" pitchFamily="34" charset="-122"/>
                <a:cs typeface="+mj-cs"/>
                <a:sym typeface="+mn-ea"/>
              </a:rPr>
              <a:t>构筑物分类：</a:t>
            </a:r>
            <a:endParaRPr lang="zh-CN" altLang="en-US" sz="1600" dirty="0">
              <a:solidFill>
                <a:srgbClr val="009EDE"/>
              </a:solidFill>
              <a:latin typeface="思源黑体 CN Bold" panose="020B0800000000000000" pitchFamily="34" charset="-122"/>
              <a:ea typeface="思源黑体 CN Bold" panose="020B0800000000000000" pitchFamily="34" charset="-122"/>
              <a:cs typeface="+mj-cs"/>
            </a:endParaRPr>
          </a:p>
          <a:p>
            <a:pPr algn="l">
              <a:lnSpc>
                <a:spcPct val="100000"/>
              </a:lnSpc>
              <a:spcBef>
                <a:spcPts val="600"/>
              </a:spcBef>
              <a:buClrTx/>
              <a:buSzTx/>
              <a:buFontTx/>
            </a:pPr>
            <a:r>
              <a:rPr lang="zh-CN" altLang="en-US" sz="1600" dirty="0">
                <a:solidFill>
                  <a:schemeClr val="bg1"/>
                </a:solidFill>
                <a:latin typeface="思源黑体 CN Bold" panose="020B0800000000000000" pitchFamily="34" charset="-122"/>
                <a:ea typeface="思源黑体 CN Bold" panose="020B0800000000000000" pitchFamily="34" charset="-122"/>
                <a:cs typeface="+mj-cs"/>
                <a:sym typeface="+mn-ea"/>
              </a:rPr>
              <a:t>根据现行国标，储能火灾危险性分类为戊类，耐火等级为二级</a:t>
            </a:r>
            <a:endParaRPr lang="zh-CN" altLang="en-US" sz="1600" dirty="0">
              <a:solidFill>
                <a:schemeClr val="bg1"/>
              </a:solidFill>
              <a:latin typeface="思源黑体 CN Bold" panose="020B0800000000000000" pitchFamily="34" charset="-122"/>
              <a:ea typeface="思源黑体 CN Bold" panose="020B0800000000000000" pitchFamily="34" charset="-122"/>
              <a:cs typeface="+mj-cs"/>
            </a:endParaRPr>
          </a:p>
          <a:p>
            <a:pPr algn="l">
              <a:lnSpc>
                <a:spcPct val="100000"/>
              </a:lnSpc>
              <a:spcBef>
                <a:spcPts val="600"/>
              </a:spcBef>
              <a:buClrTx/>
              <a:buSzTx/>
              <a:buFontTx/>
            </a:pPr>
            <a:r>
              <a:rPr lang="zh-CN" altLang="en-US" sz="1600" dirty="0">
                <a:solidFill>
                  <a:srgbClr val="009EDE"/>
                </a:solidFill>
                <a:latin typeface="思源黑体 CN Bold" panose="020B0800000000000000" pitchFamily="34" charset="-122"/>
                <a:ea typeface="思源黑体 CN Bold" panose="020B0800000000000000" pitchFamily="34" charset="-122"/>
                <a:cs typeface="+mj-cs"/>
                <a:sym typeface="+mn-ea"/>
              </a:rPr>
              <a:t>标准要求：</a:t>
            </a:r>
            <a:endParaRPr lang="zh-CN" altLang="en-US" sz="1600" dirty="0">
              <a:solidFill>
                <a:srgbClr val="009EDE"/>
              </a:solidFill>
              <a:latin typeface="思源黑体 CN Bold" panose="020B0800000000000000" pitchFamily="34" charset="-122"/>
              <a:ea typeface="思源黑体 CN Bold" panose="020B0800000000000000" pitchFamily="34" charset="-122"/>
              <a:cs typeface="+mj-cs"/>
              <a:sym typeface="+mn-ea"/>
            </a:endParaRPr>
          </a:p>
          <a:p>
            <a:pPr algn="l">
              <a:lnSpc>
                <a:spcPct val="100000"/>
              </a:lnSpc>
              <a:spcBef>
                <a:spcPts val="600"/>
              </a:spcBef>
              <a:buClrTx/>
              <a:buSzTx/>
              <a:buFontTx/>
            </a:pPr>
            <a:r>
              <a:rPr lang="zh-CN" altLang="en-US" sz="1600" dirty="0">
                <a:solidFill>
                  <a:schemeClr val="bg1"/>
                </a:solidFill>
                <a:latin typeface="思源黑体 CN Bold" panose="020B0800000000000000" pitchFamily="34" charset="-122"/>
                <a:ea typeface="思源黑体 CN Bold" panose="020B0800000000000000" pitchFamily="34" charset="-122"/>
                <a:cs typeface="+mj-cs"/>
                <a:sym typeface="+mn-ea"/>
              </a:rPr>
              <a:t>《GB 51048-2014 电化学储能电站设计规范》无明文禁止任何类型企业配储，对如何设置有具体要求</a:t>
            </a:r>
            <a:endParaRPr lang="zh-CN" altLang="en-US" sz="1600" dirty="0">
              <a:solidFill>
                <a:schemeClr val="bg1"/>
              </a:solidFill>
              <a:latin typeface="思源黑体 CN Bold" panose="020B0800000000000000" pitchFamily="34" charset="-122"/>
              <a:ea typeface="思源黑体 CN Bold" panose="020B0800000000000000" pitchFamily="34" charset="-122"/>
              <a:cs typeface="+mj-cs"/>
            </a:endParaRPr>
          </a:p>
          <a:p>
            <a:pPr algn="l">
              <a:lnSpc>
                <a:spcPct val="100000"/>
              </a:lnSpc>
              <a:spcBef>
                <a:spcPts val="600"/>
              </a:spcBef>
              <a:buClrTx/>
              <a:buSzTx/>
              <a:buFontTx/>
            </a:pPr>
            <a:r>
              <a:rPr lang="zh-CN" altLang="en-US" sz="1600" dirty="0">
                <a:solidFill>
                  <a:srgbClr val="009EDE"/>
                </a:solidFill>
                <a:latin typeface="思源黑体 CN Bold" panose="020B0800000000000000" pitchFamily="34" charset="-122"/>
                <a:ea typeface="思源黑体 CN Bold" panose="020B0800000000000000" pitchFamily="34" charset="-122"/>
                <a:cs typeface="+mj-cs"/>
                <a:sym typeface="+mn-ea"/>
              </a:rPr>
              <a:t>具体做法：</a:t>
            </a:r>
            <a:endParaRPr lang="zh-CN" altLang="en-US" sz="1600" dirty="0">
              <a:solidFill>
                <a:srgbClr val="009EDE"/>
              </a:solidFill>
              <a:latin typeface="思源黑体 CN Bold" panose="020B0800000000000000" pitchFamily="34" charset="-122"/>
              <a:ea typeface="思源黑体 CN Bold" panose="020B0800000000000000" pitchFamily="34" charset="-122"/>
              <a:cs typeface="+mj-cs"/>
              <a:sym typeface="+mn-ea"/>
            </a:endParaRPr>
          </a:p>
          <a:p>
            <a:pPr algn="l">
              <a:lnSpc>
                <a:spcPct val="100000"/>
              </a:lnSpc>
              <a:buClrTx/>
              <a:buSzTx/>
              <a:buFontTx/>
            </a:pPr>
            <a:r>
              <a:rPr lang="zh-CN" altLang="en-US" sz="1600" dirty="0">
                <a:solidFill>
                  <a:schemeClr val="bg1"/>
                </a:solidFill>
                <a:latin typeface="思源黑体 CN Bold" panose="020B0800000000000000" pitchFamily="34" charset="-122"/>
                <a:ea typeface="思源黑体 CN Bold" panose="020B0800000000000000" pitchFamily="34" charset="-122"/>
                <a:cs typeface="+mj-cs"/>
                <a:sym typeface="+mn-ea"/>
              </a:rPr>
              <a:t>满足不同类型厂房与储能距离要求</a:t>
            </a:r>
            <a:endParaRPr lang="zh-CN" altLang="en-US" sz="1600" dirty="0">
              <a:solidFill>
                <a:schemeClr val="bg1"/>
              </a:solidFill>
              <a:latin typeface="思源黑体 CN Bold" panose="020B0800000000000000" pitchFamily="34" charset="-122"/>
              <a:ea typeface="思源黑体 CN Bold" panose="020B0800000000000000" pitchFamily="34" charset="-122"/>
              <a:cs typeface="+mj-cs"/>
              <a:sym typeface="+mn-ea"/>
            </a:endParaRPr>
          </a:p>
        </p:txBody>
      </p:sp>
      <p:sp>
        <p:nvSpPr>
          <p:cNvPr id="99" name="矩形 58"/>
          <p:cNvSpPr/>
          <p:nvPr/>
        </p:nvSpPr>
        <p:spPr>
          <a:xfrm>
            <a:off x="745269" y="3934202"/>
            <a:ext cx="10760710" cy="1548130"/>
          </a:xfrm>
          <a:prstGeom prst="roundRect">
            <a:avLst/>
          </a:prstGeom>
          <a:noFill/>
          <a:ln w="190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z="2900"/>
              <a:t>运营安全</a:t>
            </a:r>
            <a:endParaRPr lang="zh-CN" altLang="en-US" sz="2900"/>
          </a:p>
        </p:txBody>
      </p:sp>
      <p:sp>
        <p:nvSpPr>
          <p:cNvPr id="1069" name="矩形: 圆角 1068"/>
          <p:cNvSpPr/>
          <p:nvPr/>
        </p:nvSpPr>
        <p:spPr>
          <a:xfrm>
            <a:off x="5785277" y="1876894"/>
            <a:ext cx="5767298" cy="3964689"/>
          </a:xfrm>
          <a:prstGeom prst="roundRect">
            <a:avLst>
              <a:gd name="adj" fmla="val 2650"/>
            </a:avLst>
          </a:prstGeom>
          <a:solidFill>
            <a:schemeClr val="tx2">
              <a:lumMod val="20000"/>
              <a:lumOff val="80000"/>
              <a:alpha val="10000"/>
            </a:schemeClr>
          </a:solidFill>
          <a:ln>
            <a:noFill/>
          </a:ln>
          <a:effectLst>
            <a:outerShdw blurRad="152400" dist="88900" dir="5400000"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p:cNvSpPr txBox="1"/>
          <p:nvPr/>
        </p:nvSpPr>
        <p:spPr>
          <a:xfrm>
            <a:off x="639425" y="726770"/>
            <a:ext cx="11137708" cy="1045210"/>
          </a:xfrm>
          <a:prstGeom prst="rect">
            <a:avLst/>
          </a:prstGeom>
          <a:noFill/>
        </p:spPr>
        <p:txBody>
          <a:bodyPr wrap="square" rtlCol="0">
            <a:spAutoFit/>
          </a:bodyPr>
          <a:lstStyle/>
          <a:p>
            <a:r>
              <a:rPr lang="zh-CN" altLang="en-US" sz="2000" dirty="0">
                <a:solidFill>
                  <a:srgbClr val="A5C2D5"/>
                </a:solidFill>
                <a:latin typeface="思源黑体 CN Bold" panose="020B0800000000000000" pitchFamily="34" charset="-122"/>
                <a:ea typeface="思源黑体 CN Bold" panose="020B0800000000000000" pitchFamily="34" charset="-122"/>
              </a:rPr>
              <a:t>“在线实时监控</a:t>
            </a:r>
            <a:r>
              <a:rPr lang="en-US" altLang="zh-CN" sz="2000" dirty="0">
                <a:solidFill>
                  <a:srgbClr val="A5C2D5"/>
                </a:solidFill>
                <a:latin typeface="思源黑体 CN Bold" panose="020B0800000000000000" pitchFamily="34" charset="-122"/>
                <a:ea typeface="思源黑体 CN Bold" panose="020B0800000000000000" pitchFamily="34" charset="-122"/>
              </a:rPr>
              <a:t>+</a:t>
            </a:r>
            <a:r>
              <a:rPr lang="zh-CN" altLang="en-US" sz="2000" dirty="0">
                <a:solidFill>
                  <a:srgbClr val="A5C2D5"/>
                </a:solidFill>
                <a:latin typeface="思源黑体 CN Bold" panose="020B0800000000000000" pitchFamily="34" charset="-122"/>
                <a:ea typeface="思源黑体 CN Bold" panose="020B0800000000000000" pitchFamily="34" charset="-122"/>
              </a:rPr>
              <a:t>三级预警机制”</a:t>
            </a:r>
            <a:r>
              <a:rPr lang="en-US" altLang="zh-CN" sz="2000" dirty="0">
                <a:solidFill>
                  <a:srgbClr val="A5C2D5"/>
                </a:solidFill>
                <a:latin typeface="思源黑体 CN Bold" panose="020B0800000000000000" pitchFamily="34" charset="-122"/>
                <a:ea typeface="思源黑体 CN Bold" panose="020B0800000000000000" pitchFamily="34" charset="-122"/>
              </a:rPr>
              <a:t>,</a:t>
            </a:r>
            <a:r>
              <a:rPr lang="zh-CN" altLang="en-US" sz="2000" dirty="0">
                <a:solidFill>
                  <a:srgbClr val="A5C2D5"/>
                </a:solidFill>
                <a:latin typeface="思源黑体 CN Bold" panose="020B0800000000000000" pitchFamily="34" charset="-122"/>
                <a:ea typeface="思源黑体 CN Bold" panose="020B0800000000000000" pitchFamily="34" charset="-122"/>
              </a:rPr>
              <a:t>“电池数据库</a:t>
            </a:r>
            <a:r>
              <a:rPr lang="en-US" altLang="zh-CN" sz="2000" dirty="0">
                <a:solidFill>
                  <a:srgbClr val="A5C2D5"/>
                </a:solidFill>
                <a:latin typeface="思源黑体 CN Bold" panose="020B0800000000000000" pitchFamily="34" charset="-122"/>
                <a:ea typeface="思源黑体 CN Bold" panose="020B0800000000000000" pitchFamily="34" charset="-122"/>
              </a:rPr>
              <a:t>+</a:t>
            </a:r>
            <a:r>
              <a:rPr lang="zh-CN" altLang="en-US" sz="2000" dirty="0">
                <a:solidFill>
                  <a:srgbClr val="A5C2D5"/>
                </a:solidFill>
                <a:latin typeface="思源黑体 CN Bold" panose="020B0800000000000000" pitchFamily="34" charset="-122"/>
                <a:ea typeface="思源黑体 CN Bold" panose="020B0800000000000000" pitchFamily="34" charset="-122"/>
              </a:rPr>
              <a:t>健康度评估”保证系统运行无忧</a:t>
            </a:r>
            <a:endParaRPr lang="en-US" altLang="zh-CN" sz="2000" dirty="0">
              <a:solidFill>
                <a:srgbClr val="A5C2D5"/>
              </a:solidFill>
              <a:latin typeface="思源黑体 CN Bold" panose="020B0800000000000000" pitchFamily="34" charset="-122"/>
              <a:ea typeface="思源黑体 CN Bold" panose="020B0800000000000000" pitchFamily="34" charset="-122"/>
            </a:endParaRPr>
          </a:p>
          <a:p>
            <a:pPr indent="457200" algn="l">
              <a:lnSpc>
                <a:spcPct val="150000"/>
              </a:lnSpc>
              <a:buClrTx/>
              <a:buSzTx/>
              <a:buNone/>
            </a:pPr>
            <a:r>
              <a:rPr lang="zh-CN" altLang="en-US" sz="1400" dirty="0">
                <a:solidFill>
                  <a:schemeClr val="bg1"/>
                </a:solidFill>
                <a:latin typeface="思源黑体 CN Bold" panose="020B0800000000000000" pitchFamily="34" charset="-122"/>
                <a:ea typeface="思源黑体 CN Bold" panose="020B0800000000000000" pitchFamily="34" charset="-122"/>
              </a:rPr>
              <a:t>设定多级阈值及多级保护配置，保证储能系统运行安全性，同时保证储能系统的可利用率和实时在线率；基于融和在运营3GWh+储能资产数据及融和云平台电池健康评估系统帮助用户提前感知问题，提升系统在线率及安全性</a:t>
            </a:r>
            <a:endParaRPr lang="zh-CN" altLang="en-US" sz="1400" dirty="0">
              <a:solidFill>
                <a:schemeClr val="bg1"/>
              </a:solidFill>
              <a:latin typeface="思源黑体 CN Bold" panose="020B0800000000000000" pitchFamily="34" charset="-122"/>
              <a:ea typeface="思源黑体 CN Bold" panose="020B0800000000000000" pitchFamily="34" charset="-122"/>
            </a:endParaRPr>
          </a:p>
        </p:txBody>
      </p:sp>
      <p:grpSp>
        <p:nvGrpSpPr>
          <p:cNvPr id="17" name="组合 16"/>
          <p:cNvGrpSpPr/>
          <p:nvPr/>
        </p:nvGrpSpPr>
        <p:grpSpPr>
          <a:xfrm>
            <a:off x="927814" y="1568128"/>
            <a:ext cx="4071472" cy="4036703"/>
            <a:chOff x="-5808038" y="539237"/>
            <a:chExt cx="4071472" cy="4036703"/>
          </a:xfrm>
        </p:grpSpPr>
        <p:pic>
          <p:nvPicPr>
            <p:cNvPr id="15" name="图片 14"/>
            <p:cNvPicPr>
              <a:picLocks noChangeAspect="1"/>
            </p:cNvPicPr>
            <p:nvPr/>
          </p:nvPicPr>
          <p:blipFill>
            <a:blip r:embed="rId1"/>
            <a:stretch>
              <a:fillRect/>
            </a:stretch>
          </p:blipFill>
          <p:spPr>
            <a:xfrm>
              <a:off x="-5764788" y="1087834"/>
              <a:ext cx="3984973" cy="2198998"/>
            </a:xfrm>
            <a:prstGeom prst="rect">
              <a:avLst/>
            </a:prstGeom>
          </p:spPr>
        </p:pic>
        <p:pic>
          <p:nvPicPr>
            <p:cNvPr id="8" name="图片 7"/>
            <p:cNvPicPr>
              <a:picLocks noChangeAspect="1"/>
            </p:cNvPicPr>
            <p:nvPr/>
          </p:nvPicPr>
          <p:blipFill>
            <a:blip r:embed="rId2"/>
            <a:stretch>
              <a:fillRect/>
            </a:stretch>
          </p:blipFill>
          <p:spPr>
            <a:xfrm>
              <a:off x="-5808038" y="539237"/>
              <a:ext cx="4071472" cy="4036703"/>
            </a:xfrm>
            <a:prstGeom prst="rect">
              <a:avLst/>
            </a:prstGeom>
            <a:effectLst>
              <a:glow rad="228600">
                <a:schemeClr val="accent5">
                  <a:satMod val="175000"/>
                  <a:alpha val="40000"/>
                </a:schemeClr>
              </a:glow>
            </a:effectLst>
          </p:spPr>
        </p:pic>
        <p:sp>
          <p:nvSpPr>
            <p:cNvPr id="16" name="矩形 15"/>
            <p:cNvSpPr/>
            <p:nvPr/>
          </p:nvSpPr>
          <p:spPr>
            <a:xfrm>
              <a:off x="-5764788" y="1087834"/>
              <a:ext cx="3984973" cy="2198998"/>
            </a:xfrm>
            <a:prstGeom prst="rect">
              <a:avLst/>
            </a:prstGeom>
            <a:solidFill>
              <a:schemeClr val="bg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p:cNvSpPr txBox="1"/>
          <p:nvPr/>
        </p:nvSpPr>
        <p:spPr>
          <a:xfrm>
            <a:off x="476973" y="4830459"/>
            <a:ext cx="2579552" cy="369332"/>
          </a:xfrm>
          <a:prstGeom prst="rect">
            <a:avLst/>
          </a:prstGeom>
          <a:noFill/>
          <a:scene3d>
            <a:camera prst="perspectiveRight">
              <a:rot lat="0" lon="0" rev="0"/>
            </a:camera>
            <a:lightRig rig="threePt" dir="t"/>
          </a:scene3d>
        </p:spPr>
        <p:txBody>
          <a:bodyPr wrap="none" rtlCol="0">
            <a:spAutoFit/>
          </a:bodyPr>
          <a:lstStyle>
            <a:defPPr>
              <a:defRPr lang="zh-CN"/>
            </a:defPPr>
            <a:lvl1pPr algn="ctr">
              <a:defRPr>
                <a:ln>
                  <a:solidFill>
                    <a:schemeClr val="tx2">
                      <a:lumMod val="50000"/>
                    </a:schemeClr>
                  </a:solidFill>
                </a:ln>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2700000" scaled="1"/>
                  <a:tileRect/>
                </a:gra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defRPr>
            </a:lvl1pPr>
          </a:lstStyle>
          <a:p>
            <a:r>
              <a:rPr lang="en-US" altLang="zh-CN" dirty="0">
                <a:ln>
                  <a:solidFill>
                    <a:schemeClr val="bg2">
                      <a:lumMod val="25000"/>
                    </a:schemeClr>
                  </a:solidFill>
                </a:ln>
                <a:effectLst>
                  <a:glow rad="228600">
                    <a:schemeClr val="accent5">
                      <a:satMod val="175000"/>
                      <a:alpha val="40000"/>
                    </a:schemeClr>
                  </a:glow>
                  <a:outerShdw blurRad="38100" dist="38100" dir="2700000" algn="tl">
                    <a:srgbClr val="000000">
                      <a:alpha val="43137"/>
                    </a:srgbClr>
                  </a:outerShdw>
                </a:effectLst>
              </a:rPr>
              <a:t>3,000,000+</a:t>
            </a:r>
            <a:r>
              <a:rPr lang="zh-CN" altLang="en-US" dirty="0">
                <a:ln>
                  <a:solidFill>
                    <a:schemeClr val="bg2">
                      <a:lumMod val="25000"/>
                    </a:schemeClr>
                  </a:solidFill>
                </a:ln>
                <a:effectLst>
                  <a:glow rad="228600">
                    <a:schemeClr val="accent5">
                      <a:satMod val="175000"/>
                      <a:alpha val="40000"/>
                    </a:schemeClr>
                  </a:glow>
                  <a:outerShdw blurRad="38100" dist="38100" dir="2700000" algn="tl">
                    <a:srgbClr val="000000">
                      <a:alpha val="43137"/>
                    </a:srgbClr>
                  </a:outerShdw>
                </a:effectLst>
              </a:rPr>
              <a:t>电芯数据库</a:t>
            </a:r>
            <a:endParaRPr lang="zh-CN" altLang="en-US" dirty="0">
              <a:ln>
                <a:solidFill>
                  <a:schemeClr val="bg2">
                    <a:lumMod val="25000"/>
                  </a:schemeClr>
                </a:solidFill>
              </a:ln>
              <a:effectLst>
                <a:glow rad="228600">
                  <a:schemeClr val="accent5">
                    <a:satMod val="175000"/>
                    <a:alpha val="40000"/>
                  </a:schemeClr>
                </a:glow>
                <a:outerShdw blurRad="38100" dist="38100" dir="2700000" algn="tl">
                  <a:srgbClr val="000000">
                    <a:alpha val="43137"/>
                  </a:srgbClr>
                </a:outerShdw>
              </a:effectLst>
            </a:endParaRPr>
          </a:p>
        </p:txBody>
      </p:sp>
      <p:sp>
        <p:nvSpPr>
          <p:cNvPr id="14" name="文本框 13"/>
          <p:cNvSpPr txBox="1"/>
          <p:nvPr/>
        </p:nvSpPr>
        <p:spPr>
          <a:xfrm>
            <a:off x="2963548" y="4554660"/>
            <a:ext cx="2486579" cy="369332"/>
          </a:xfrm>
          <a:prstGeom prst="rect">
            <a:avLst/>
          </a:prstGeom>
          <a:noFill/>
          <a:scene3d>
            <a:camera prst="perspectiveRight">
              <a:rot lat="0" lon="0" rev="0"/>
            </a:camera>
            <a:lightRig rig="threePt" dir="t"/>
          </a:scene3d>
        </p:spPr>
        <p:txBody>
          <a:bodyPr wrap="none" rtlCol="0">
            <a:spAutoFit/>
          </a:bodyPr>
          <a:lstStyle/>
          <a:p>
            <a:pPr algn="ctr"/>
            <a:r>
              <a:rPr lang="zh-CN" altLang="en-US" dirty="0">
                <a:ln>
                  <a:solidFill>
                    <a:schemeClr val="bg2">
                      <a:lumMod val="25000"/>
                    </a:schemeClr>
                  </a:solidFill>
                </a:ln>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2700000" scaled="1"/>
                  <a:tileRect/>
                </a:gradFill>
                <a:effectLst>
                  <a:glow rad="228600">
                    <a:schemeClr val="accent5">
                      <a:satMod val="175000"/>
                      <a:alpha val="40000"/>
                    </a:schemeClr>
                  </a:glow>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数字孪生与</a:t>
            </a:r>
            <a:r>
              <a:rPr lang="en-US" altLang="zh-CN" dirty="0">
                <a:ln>
                  <a:solidFill>
                    <a:schemeClr val="bg2">
                      <a:lumMod val="25000"/>
                    </a:schemeClr>
                  </a:solidFill>
                </a:ln>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2700000" scaled="1"/>
                  <a:tileRect/>
                </a:gradFill>
                <a:effectLst>
                  <a:glow rad="228600">
                    <a:schemeClr val="accent5">
                      <a:satMod val="175000"/>
                      <a:alpha val="40000"/>
                    </a:schemeClr>
                  </a:glow>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AI</a:t>
            </a:r>
            <a:r>
              <a:rPr lang="zh-CN" altLang="en-US" dirty="0">
                <a:ln>
                  <a:solidFill>
                    <a:schemeClr val="bg2">
                      <a:lumMod val="25000"/>
                    </a:schemeClr>
                  </a:solidFill>
                </a:ln>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2700000" scaled="1"/>
                  <a:tileRect/>
                </a:gradFill>
                <a:effectLst>
                  <a:glow rad="228600">
                    <a:schemeClr val="accent5">
                      <a:satMod val="175000"/>
                      <a:alpha val="40000"/>
                    </a:schemeClr>
                  </a:glow>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模型算法</a:t>
            </a:r>
            <a:endParaRPr lang="zh-CN" altLang="en-US" dirty="0">
              <a:ln>
                <a:solidFill>
                  <a:schemeClr val="bg2">
                    <a:lumMod val="25000"/>
                  </a:schemeClr>
                </a:solidFill>
              </a:ln>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2700000" scaled="1"/>
                <a:tileRect/>
              </a:gradFill>
              <a:effectLst>
                <a:glow rad="228600">
                  <a:schemeClr val="accent5">
                    <a:satMod val="175000"/>
                    <a:alpha val="40000"/>
                  </a:schemeClr>
                </a:glow>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sp>
        <p:nvSpPr>
          <p:cNvPr id="24" name="文本框 23"/>
          <p:cNvSpPr txBox="1"/>
          <p:nvPr/>
        </p:nvSpPr>
        <p:spPr>
          <a:xfrm>
            <a:off x="2272755" y="5458643"/>
            <a:ext cx="2167581" cy="369332"/>
          </a:xfrm>
          <a:prstGeom prst="rect">
            <a:avLst/>
          </a:prstGeom>
          <a:noFill/>
          <a:scene3d>
            <a:camera prst="perspectiveRight">
              <a:rot lat="0" lon="0" rev="0"/>
            </a:camera>
            <a:lightRig rig="threePt" dir="t"/>
          </a:scene3d>
        </p:spPr>
        <p:txBody>
          <a:bodyPr wrap="none" rtlCol="0">
            <a:spAutoFit/>
          </a:bodyPr>
          <a:lstStyle>
            <a:defPPr>
              <a:defRPr lang="zh-CN"/>
            </a:defPPr>
            <a:lvl1pPr algn="ctr">
              <a:defRPr>
                <a:ln>
                  <a:solidFill>
                    <a:schemeClr val="accent1">
                      <a:lumMod val="20000"/>
                      <a:lumOff val="80000"/>
                    </a:schemeClr>
                  </a:solidFill>
                </a:ln>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2700000" scaled="1"/>
                  <a:tileRect/>
                </a:gra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defRPr>
            </a:lvl1pPr>
          </a:lstStyle>
          <a:p>
            <a:r>
              <a:rPr lang="zh-CN" altLang="en-US" dirty="0">
                <a:ln>
                  <a:solidFill>
                    <a:schemeClr val="bg2">
                      <a:lumMod val="25000"/>
                    </a:schemeClr>
                  </a:solidFill>
                </a:ln>
                <a:effectLst>
                  <a:glow rad="228600">
                    <a:schemeClr val="accent5">
                      <a:satMod val="175000"/>
                      <a:alpha val="40000"/>
                    </a:schemeClr>
                  </a:glow>
                  <a:outerShdw blurRad="38100" dist="38100" dir="2700000" algn="tl">
                    <a:srgbClr val="000000">
                      <a:alpha val="43137"/>
                    </a:srgbClr>
                  </a:outerShdw>
                </a:effectLst>
              </a:rPr>
              <a:t>在线监控</a:t>
            </a:r>
            <a:r>
              <a:rPr lang="en-US" altLang="zh-CN" dirty="0">
                <a:ln>
                  <a:solidFill>
                    <a:schemeClr val="bg2">
                      <a:lumMod val="25000"/>
                    </a:schemeClr>
                  </a:solidFill>
                </a:ln>
                <a:effectLst>
                  <a:glow rad="228600">
                    <a:schemeClr val="accent5">
                      <a:satMod val="175000"/>
                      <a:alpha val="40000"/>
                    </a:schemeClr>
                  </a:glow>
                  <a:outerShdw blurRad="38100" dist="38100" dir="2700000" algn="tl">
                    <a:srgbClr val="000000">
                      <a:alpha val="43137"/>
                    </a:srgbClr>
                  </a:outerShdw>
                </a:effectLst>
              </a:rPr>
              <a:t>+</a:t>
            </a:r>
            <a:r>
              <a:rPr lang="zh-CN" altLang="en-US" dirty="0">
                <a:ln>
                  <a:solidFill>
                    <a:schemeClr val="bg2">
                      <a:lumMod val="25000"/>
                    </a:schemeClr>
                  </a:solidFill>
                </a:ln>
                <a:effectLst>
                  <a:glow rad="228600">
                    <a:schemeClr val="accent5">
                      <a:satMod val="175000"/>
                      <a:alpha val="40000"/>
                    </a:schemeClr>
                  </a:glow>
                  <a:outerShdw blurRad="38100" dist="38100" dir="2700000" algn="tl">
                    <a:srgbClr val="000000">
                      <a:alpha val="43137"/>
                    </a:srgbClr>
                  </a:outerShdw>
                </a:effectLst>
              </a:rPr>
              <a:t>实时预警</a:t>
            </a:r>
            <a:endParaRPr lang="zh-CN" altLang="en-US" dirty="0">
              <a:ln>
                <a:solidFill>
                  <a:schemeClr val="bg2">
                    <a:lumMod val="25000"/>
                  </a:schemeClr>
                </a:solidFill>
              </a:ln>
              <a:effectLst>
                <a:glow rad="228600">
                  <a:schemeClr val="accent5">
                    <a:satMod val="175000"/>
                    <a:alpha val="40000"/>
                  </a:schemeClr>
                </a:glow>
                <a:outerShdw blurRad="38100" dist="38100" dir="2700000" algn="tl">
                  <a:srgbClr val="000000">
                    <a:alpha val="43137"/>
                  </a:srgbClr>
                </a:outerShdw>
              </a:effectLst>
            </a:endParaRPr>
          </a:p>
        </p:txBody>
      </p:sp>
      <p:sp>
        <p:nvSpPr>
          <p:cNvPr id="1031" name="文本框 1030"/>
          <p:cNvSpPr txBox="1"/>
          <p:nvPr/>
        </p:nvSpPr>
        <p:spPr>
          <a:xfrm>
            <a:off x="639425" y="6029457"/>
            <a:ext cx="3380058" cy="584775"/>
          </a:xfrm>
          <a:prstGeom prst="rect">
            <a:avLst/>
          </a:prstGeom>
          <a:noFill/>
        </p:spPr>
        <p:txBody>
          <a:bodyPr wrap="square" rtlCol="0">
            <a:spAutoFit/>
          </a:bodyPr>
          <a:lstStyle/>
          <a:p>
            <a:r>
              <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阶段</a:t>
            </a:r>
            <a:r>
              <a:rPr lang="en-US" altLang="zh-CN"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I</a:t>
            </a:r>
            <a:r>
              <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：安全隐患体检</a:t>
            </a:r>
            <a:r>
              <a:rPr lang="en-US" altLang="zh-CN"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a:t>
            </a:r>
            <a:r>
              <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运维建议</a:t>
            </a:r>
            <a:endPar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endParaRPr>
          </a:p>
          <a:p>
            <a:pPr algn="ctr"/>
            <a:r>
              <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提前</a:t>
            </a:r>
            <a:r>
              <a:rPr lang="en-US" altLang="zh-CN"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2</a:t>
            </a:r>
            <a:r>
              <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个月</a:t>
            </a:r>
            <a:r>
              <a:rPr lang="en-US" altLang="zh-CN"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~1h</a:t>
            </a:r>
            <a:endPar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endParaRPr>
          </a:p>
        </p:txBody>
      </p:sp>
      <p:sp>
        <p:nvSpPr>
          <p:cNvPr id="1032" name="文本框 1031"/>
          <p:cNvSpPr txBox="1"/>
          <p:nvPr/>
        </p:nvSpPr>
        <p:spPr>
          <a:xfrm>
            <a:off x="5342635" y="6029457"/>
            <a:ext cx="2486579" cy="584775"/>
          </a:xfrm>
          <a:prstGeom prst="rect">
            <a:avLst/>
          </a:prstGeom>
          <a:noFill/>
        </p:spPr>
        <p:txBody>
          <a:bodyPr wrap="square" rtlCol="0">
            <a:spAutoFit/>
          </a:bodyPr>
          <a:lstStyle/>
          <a:p>
            <a:r>
              <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阶段</a:t>
            </a:r>
            <a:r>
              <a:rPr lang="en-US" altLang="zh-CN"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II</a:t>
            </a:r>
            <a:r>
              <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：安全事故预警</a:t>
            </a:r>
            <a:endParaRPr lang="en-US" altLang="zh-CN"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endParaRPr>
          </a:p>
          <a:p>
            <a:pPr algn="ctr"/>
            <a:r>
              <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提前</a:t>
            </a:r>
            <a:r>
              <a:rPr lang="en-US" altLang="zh-CN"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1~0h</a:t>
            </a:r>
            <a:endPar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endParaRPr>
          </a:p>
        </p:txBody>
      </p:sp>
      <p:sp>
        <p:nvSpPr>
          <p:cNvPr id="1033" name="文本框 1032"/>
          <p:cNvSpPr txBox="1"/>
          <p:nvPr/>
        </p:nvSpPr>
        <p:spPr>
          <a:xfrm>
            <a:off x="8896267" y="6029457"/>
            <a:ext cx="2486579" cy="584775"/>
          </a:xfrm>
          <a:prstGeom prst="rect">
            <a:avLst/>
          </a:prstGeom>
          <a:noFill/>
        </p:spPr>
        <p:txBody>
          <a:bodyPr wrap="square" rtlCol="0">
            <a:spAutoFit/>
          </a:bodyPr>
          <a:lstStyle/>
          <a:p>
            <a:r>
              <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阶段</a:t>
            </a:r>
            <a:r>
              <a:rPr lang="en-US" altLang="zh-CN"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III</a:t>
            </a:r>
            <a:r>
              <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：安全信息溯源</a:t>
            </a:r>
            <a:endParaRPr lang="en-US" altLang="zh-CN"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endParaRPr>
          </a:p>
          <a:p>
            <a:pPr algn="ctr"/>
            <a:r>
              <a:rPr lang="en-US" altLang="zh-CN"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rPr>
              <a:t>0h~10h</a:t>
            </a:r>
            <a:endParaRPr lang="zh-CN" altLang="en-US" sz="1600" b="1" dirty="0">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latin typeface="思源黑体 CN Bold" panose="020B0800000000000000" pitchFamily="34" charset="-122"/>
              <a:ea typeface="思源黑体 CN Bold" panose="020B0800000000000000" pitchFamily="34" charset="-122"/>
            </a:endParaRPr>
          </a:p>
        </p:txBody>
      </p:sp>
      <p:cxnSp>
        <p:nvCxnSpPr>
          <p:cNvPr id="1034" name="直接连接符 1033"/>
          <p:cNvCxnSpPr/>
          <p:nvPr/>
        </p:nvCxnSpPr>
        <p:spPr>
          <a:xfrm>
            <a:off x="4600787" y="6029457"/>
            <a:ext cx="0" cy="524934"/>
          </a:xfrm>
          <a:prstGeom prst="line">
            <a:avLst/>
          </a:prstGeom>
          <a:ln w="19050">
            <a:solidFill>
              <a:schemeClr val="tx2">
                <a:lumMod val="60000"/>
                <a:lumOff val="4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1035" name="直接连接符 1034"/>
          <p:cNvCxnSpPr/>
          <p:nvPr/>
        </p:nvCxnSpPr>
        <p:spPr>
          <a:xfrm>
            <a:off x="8410519" y="6029457"/>
            <a:ext cx="0" cy="524934"/>
          </a:xfrm>
          <a:prstGeom prst="line">
            <a:avLst/>
          </a:prstGeom>
          <a:ln w="19050">
            <a:solidFill>
              <a:schemeClr val="tx2">
                <a:lumMod val="60000"/>
                <a:lumOff val="40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1037" name="直接连接符 1036"/>
          <p:cNvCxnSpPr/>
          <p:nvPr/>
        </p:nvCxnSpPr>
        <p:spPr>
          <a:xfrm>
            <a:off x="639425" y="5961305"/>
            <a:ext cx="11137708" cy="0"/>
          </a:xfrm>
          <a:prstGeom prst="line">
            <a:avLst/>
          </a:prstGeom>
          <a:ln w="19050">
            <a:solidFill>
              <a:schemeClr val="tx2">
                <a:lumMod val="60000"/>
                <a:lumOff val="40000"/>
                <a:alpha val="50000"/>
              </a:schemeClr>
            </a:solidFill>
          </a:ln>
        </p:spPr>
        <p:style>
          <a:lnRef idx="1">
            <a:schemeClr val="dk1"/>
          </a:lnRef>
          <a:fillRef idx="0">
            <a:schemeClr val="dk1"/>
          </a:fillRef>
          <a:effectRef idx="0">
            <a:schemeClr val="dk1"/>
          </a:effectRef>
          <a:fontRef idx="minor">
            <a:schemeClr val="tx1"/>
          </a:fontRef>
        </p:style>
      </p:cxnSp>
      <p:grpSp>
        <p:nvGrpSpPr>
          <p:cNvPr id="1062" name="组合 1061"/>
          <p:cNvGrpSpPr/>
          <p:nvPr/>
        </p:nvGrpSpPr>
        <p:grpSpPr>
          <a:xfrm>
            <a:off x="6048966" y="2013896"/>
            <a:ext cx="4917465" cy="1295888"/>
            <a:chOff x="6089870" y="996906"/>
            <a:chExt cx="4917465" cy="1295888"/>
          </a:xfrm>
        </p:grpSpPr>
        <p:sp>
          <p:nvSpPr>
            <p:cNvPr id="1040" name="文本框 1039"/>
            <p:cNvSpPr txBox="1"/>
            <p:nvPr/>
          </p:nvSpPr>
          <p:spPr>
            <a:xfrm>
              <a:off x="6089870" y="996906"/>
              <a:ext cx="1005403" cy="338554"/>
            </a:xfrm>
            <a:prstGeom prst="rect">
              <a:avLst/>
            </a:prstGeom>
            <a:noFill/>
          </p:spPr>
          <p:txBody>
            <a:bodyPr wrap="none" rtlCol="0">
              <a:spAutoFit/>
            </a:bodyPr>
            <a:lstStyle>
              <a:defPPr>
                <a:defRPr lang="zh-CN"/>
              </a:defPPr>
              <a:lvl1pPr>
                <a:defRPr sz="2000">
                  <a:solidFill>
                    <a:srgbClr val="87D6F2"/>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defRPr>
              </a:lvl1pPr>
            </a:lstStyle>
            <a:p>
              <a:r>
                <a:rPr lang="zh-CN" altLang="en-US" sz="1600" dirty="0">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2700000" scaled="1"/>
                    <a:tileRect/>
                  </a:gradFill>
                  <a:effectLst>
                    <a:glow rad="228600">
                      <a:schemeClr val="accent2">
                        <a:satMod val="175000"/>
                        <a:alpha val="40000"/>
                      </a:schemeClr>
                    </a:glow>
                    <a:outerShdw blurRad="38100" dist="38100" dir="2700000" algn="tl">
                      <a:srgbClr val="000000">
                        <a:alpha val="43137"/>
                      </a:srgbClr>
                    </a:outerShdw>
                  </a:effectLst>
                </a:rPr>
                <a:t>一级预警</a:t>
              </a:r>
              <a:endParaRPr lang="zh-CN" altLang="en-US" sz="1600" dirty="0">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2700000" scaled="1"/>
                  <a:tileRect/>
                </a:gradFill>
                <a:effectLst>
                  <a:glow rad="228600">
                    <a:schemeClr val="accent2">
                      <a:satMod val="175000"/>
                      <a:alpha val="40000"/>
                    </a:schemeClr>
                  </a:glow>
                  <a:outerShdw blurRad="38100" dist="38100" dir="2700000" algn="tl">
                    <a:srgbClr val="000000">
                      <a:alpha val="43137"/>
                    </a:srgbClr>
                  </a:outerShdw>
                </a:effectLst>
              </a:endParaRPr>
            </a:p>
          </p:txBody>
        </p:sp>
        <p:sp>
          <p:nvSpPr>
            <p:cNvPr id="1043" name="文本框 1042"/>
            <p:cNvSpPr txBox="1"/>
            <p:nvPr/>
          </p:nvSpPr>
          <p:spPr>
            <a:xfrm>
              <a:off x="9928193" y="1489923"/>
              <a:ext cx="1075936" cy="307777"/>
            </a:xfrm>
            <a:prstGeom prst="rect">
              <a:avLst/>
            </a:prstGeom>
            <a:noFill/>
          </p:spPr>
          <p:txBody>
            <a:bodyPr wrap="none" rtlCol="0">
              <a:spAutoFit/>
            </a:bodyPr>
            <a:lstStyle/>
            <a:p>
              <a:r>
                <a:rPr lang="en-US" altLang="zh-CN" sz="1400" dirty="0">
                  <a:solidFill>
                    <a:schemeClr val="tx2">
                      <a:lumMod val="20000"/>
                      <a:lumOff val="80000"/>
                    </a:schemeClr>
                  </a:solidFill>
                  <a:latin typeface="思源黑体 CN Normal" panose="020B0400000000000000" pitchFamily="34" charset="-122"/>
                  <a:ea typeface="思源黑体 CN Normal" panose="020B0400000000000000" pitchFamily="34" charset="-122"/>
                </a:rPr>
                <a:t>SOC</a:t>
              </a:r>
              <a:r>
                <a:rPr lang="zh-CN" altLang="en-US" sz="1400" dirty="0">
                  <a:solidFill>
                    <a:schemeClr val="tx2">
                      <a:lumMod val="20000"/>
                      <a:lumOff val="80000"/>
                    </a:schemeClr>
                  </a:solidFill>
                  <a:latin typeface="思源黑体 CN Normal" panose="020B0400000000000000" pitchFamily="34" charset="-122"/>
                  <a:ea typeface="思源黑体 CN Normal" panose="020B0400000000000000" pitchFamily="34" charset="-122"/>
                </a:rPr>
                <a:t>一致性</a:t>
              </a:r>
              <a:endParaRPr lang="zh-CN" altLang="en-US" sz="1400" dirty="0">
                <a:solidFill>
                  <a:schemeClr val="tx2">
                    <a:lumMod val="20000"/>
                    <a:lumOff val="80000"/>
                  </a:schemeClr>
                </a:solidFill>
                <a:latin typeface="思源黑体 CN Normal" panose="020B0400000000000000" pitchFamily="34" charset="-122"/>
                <a:ea typeface="思源黑体 CN Normal" panose="020B0400000000000000" pitchFamily="34" charset="-122"/>
              </a:endParaRPr>
            </a:p>
          </p:txBody>
        </p:sp>
        <p:sp>
          <p:nvSpPr>
            <p:cNvPr id="1044" name="文本框 1043"/>
            <p:cNvSpPr txBox="1"/>
            <p:nvPr/>
          </p:nvSpPr>
          <p:spPr>
            <a:xfrm>
              <a:off x="9924987" y="1985017"/>
              <a:ext cx="1082348" cy="307777"/>
            </a:xfrm>
            <a:prstGeom prst="rect">
              <a:avLst/>
            </a:prstGeom>
            <a:noFill/>
          </p:spPr>
          <p:txBody>
            <a:bodyPr wrap="none" rtlCol="0">
              <a:spAutoFit/>
            </a:bodyPr>
            <a:lstStyle/>
            <a:p>
              <a:r>
                <a:rPr lang="zh-CN" altLang="en-US" sz="1400" dirty="0">
                  <a:solidFill>
                    <a:schemeClr val="tx2">
                      <a:lumMod val="20000"/>
                      <a:lumOff val="80000"/>
                    </a:schemeClr>
                  </a:solidFill>
                  <a:latin typeface="思源黑体 CN Normal" panose="020B0400000000000000" pitchFamily="34" charset="-122"/>
                  <a:ea typeface="思源黑体 CN Normal" panose="020B0400000000000000" pitchFamily="34" charset="-122"/>
                </a:rPr>
                <a:t>内阻一致性</a:t>
              </a:r>
              <a:endParaRPr lang="zh-CN" altLang="en-US" sz="1400" dirty="0">
                <a:solidFill>
                  <a:schemeClr val="tx2">
                    <a:lumMod val="20000"/>
                    <a:lumOff val="80000"/>
                  </a:schemeClr>
                </a:solidFill>
                <a:latin typeface="思源黑体 CN Normal" panose="020B0400000000000000" pitchFamily="34" charset="-122"/>
                <a:ea typeface="思源黑体 CN Normal" panose="020B0400000000000000" pitchFamily="34" charset="-122"/>
              </a:endParaRPr>
            </a:p>
          </p:txBody>
        </p:sp>
        <p:sp>
          <p:nvSpPr>
            <p:cNvPr id="1045" name="文本框 1044"/>
            <p:cNvSpPr txBox="1"/>
            <p:nvPr/>
          </p:nvSpPr>
          <p:spPr>
            <a:xfrm>
              <a:off x="8094074" y="1985017"/>
              <a:ext cx="1082348" cy="307777"/>
            </a:xfrm>
            <a:prstGeom prst="rect">
              <a:avLst/>
            </a:prstGeom>
            <a:noFill/>
          </p:spPr>
          <p:txBody>
            <a:bodyPr wrap="none" rtlCol="0">
              <a:spAutoFit/>
            </a:bodyPr>
            <a:lstStyle/>
            <a:p>
              <a:r>
                <a:rPr lang="zh-CN" altLang="en-US" sz="1400" dirty="0">
                  <a:solidFill>
                    <a:schemeClr val="tx2">
                      <a:lumMod val="20000"/>
                      <a:lumOff val="80000"/>
                    </a:schemeClr>
                  </a:solidFill>
                  <a:latin typeface="思源黑体 CN Normal" panose="020B0400000000000000" pitchFamily="34" charset="-122"/>
                  <a:ea typeface="思源黑体 CN Normal" panose="020B0400000000000000" pitchFamily="34" charset="-122"/>
                </a:rPr>
                <a:t>电压一致性</a:t>
              </a:r>
              <a:endParaRPr lang="zh-CN" altLang="en-US" sz="1400" dirty="0">
                <a:solidFill>
                  <a:schemeClr val="tx2">
                    <a:lumMod val="20000"/>
                    <a:lumOff val="80000"/>
                  </a:schemeClr>
                </a:solidFill>
                <a:latin typeface="思源黑体 CN Normal" panose="020B0400000000000000" pitchFamily="34" charset="-122"/>
                <a:ea typeface="思源黑体 CN Normal" panose="020B0400000000000000" pitchFamily="34" charset="-122"/>
              </a:endParaRPr>
            </a:p>
          </p:txBody>
        </p:sp>
        <p:sp>
          <p:nvSpPr>
            <p:cNvPr id="1046" name="文本框 1045"/>
            <p:cNvSpPr txBox="1"/>
            <p:nvPr/>
          </p:nvSpPr>
          <p:spPr>
            <a:xfrm>
              <a:off x="6089870" y="1985017"/>
              <a:ext cx="1082348" cy="307777"/>
            </a:xfrm>
            <a:prstGeom prst="rect">
              <a:avLst/>
            </a:prstGeom>
            <a:noFill/>
          </p:spPr>
          <p:txBody>
            <a:bodyPr wrap="none" rtlCol="0">
              <a:spAutoFit/>
            </a:bodyPr>
            <a:lstStyle/>
            <a:p>
              <a:r>
                <a:rPr lang="zh-CN" altLang="en-US" sz="1400" dirty="0">
                  <a:solidFill>
                    <a:schemeClr val="tx2">
                      <a:lumMod val="20000"/>
                      <a:lumOff val="80000"/>
                    </a:schemeClr>
                  </a:solidFill>
                  <a:latin typeface="思源黑体 CN Normal" panose="020B0400000000000000" pitchFamily="34" charset="-122"/>
                  <a:ea typeface="思源黑体 CN Normal" panose="020B0400000000000000" pitchFamily="34" charset="-122"/>
                </a:rPr>
                <a:t>温度一致性</a:t>
              </a:r>
              <a:endParaRPr lang="zh-CN" altLang="en-US" sz="1400" dirty="0">
                <a:solidFill>
                  <a:schemeClr val="tx2">
                    <a:lumMod val="20000"/>
                    <a:lumOff val="80000"/>
                  </a:schemeClr>
                </a:solidFill>
                <a:latin typeface="思源黑体 CN Normal" panose="020B0400000000000000" pitchFamily="34" charset="-122"/>
                <a:ea typeface="思源黑体 CN Normal" panose="020B0400000000000000" pitchFamily="34" charset="-122"/>
              </a:endParaRPr>
            </a:p>
          </p:txBody>
        </p:sp>
        <p:sp>
          <p:nvSpPr>
            <p:cNvPr id="1047" name="文本框 1046"/>
            <p:cNvSpPr txBox="1"/>
            <p:nvPr/>
          </p:nvSpPr>
          <p:spPr>
            <a:xfrm>
              <a:off x="6089870" y="1489923"/>
              <a:ext cx="1255472" cy="307777"/>
            </a:xfrm>
            <a:prstGeom prst="rect">
              <a:avLst/>
            </a:prstGeom>
            <a:noFill/>
          </p:spPr>
          <p:txBody>
            <a:bodyPr wrap="none" rtlCol="0">
              <a:spAutoFit/>
            </a:bodyPr>
            <a:lstStyle/>
            <a:p>
              <a:r>
                <a:rPr lang="en-US" altLang="zh-CN" sz="1400" dirty="0">
                  <a:solidFill>
                    <a:schemeClr val="tx2">
                      <a:lumMod val="20000"/>
                      <a:lumOff val="80000"/>
                    </a:schemeClr>
                  </a:solidFill>
                  <a:latin typeface="思源黑体 CN Normal" panose="020B0400000000000000" pitchFamily="34" charset="-122"/>
                  <a:ea typeface="思源黑体 CN Normal" panose="020B0400000000000000" pitchFamily="34" charset="-122"/>
                </a:rPr>
                <a:t>SOC</a:t>
              </a:r>
              <a:r>
                <a:rPr lang="zh-CN" altLang="en-US" sz="1400" dirty="0">
                  <a:solidFill>
                    <a:schemeClr val="tx2">
                      <a:lumMod val="20000"/>
                      <a:lumOff val="80000"/>
                    </a:schemeClr>
                  </a:solidFill>
                  <a:latin typeface="思源黑体 CN Normal" panose="020B0400000000000000" pitchFamily="34" charset="-122"/>
                  <a:ea typeface="思源黑体 CN Normal" panose="020B0400000000000000" pitchFamily="34" charset="-122"/>
                </a:rPr>
                <a:t>估算偏差</a:t>
              </a:r>
              <a:endParaRPr lang="zh-CN" altLang="en-US" sz="1400" dirty="0">
                <a:solidFill>
                  <a:schemeClr val="tx2">
                    <a:lumMod val="20000"/>
                    <a:lumOff val="80000"/>
                  </a:schemeClr>
                </a:solidFill>
                <a:latin typeface="思源黑体 CN Normal" panose="020B0400000000000000" pitchFamily="34" charset="-122"/>
                <a:ea typeface="思源黑体 CN Normal" panose="020B0400000000000000" pitchFamily="34" charset="-122"/>
              </a:endParaRPr>
            </a:p>
          </p:txBody>
        </p:sp>
        <p:sp>
          <p:nvSpPr>
            <p:cNvPr id="1048" name="文本框 1047"/>
            <p:cNvSpPr txBox="1"/>
            <p:nvPr/>
          </p:nvSpPr>
          <p:spPr>
            <a:xfrm>
              <a:off x="7999497" y="1489923"/>
              <a:ext cx="1271502" cy="307777"/>
            </a:xfrm>
            <a:prstGeom prst="rect">
              <a:avLst/>
            </a:prstGeom>
            <a:noFill/>
          </p:spPr>
          <p:txBody>
            <a:bodyPr wrap="none" rtlCol="0">
              <a:spAutoFit/>
            </a:bodyPr>
            <a:lstStyle/>
            <a:p>
              <a:r>
                <a:rPr lang="en-US" altLang="zh-CN" sz="1400" dirty="0">
                  <a:solidFill>
                    <a:schemeClr val="tx2">
                      <a:lumMod val="20000"/>
                      <a:lumOff val="80000"/>
                    </a:schemeClr>
                  </a:solidFill>
                  <a:latin typeface="思源黑体 CN Normal" panose="020B0400000000000000" pitchFamily="34" charset="-122"/>
                  <a:ea typeface="思源黑体 CN Normal" panose="020B0400000000000000" pitchFamily="34" charset="-122"/>
                </a:rPr>
                <a:t>SOH</a:t>
              </a:r>
              <a:r>
                <a:rPr lang="zh-CN" altLang="en-US" sz="1400" dirty="0">
                  <a:solidFill>
                    <a:schemeClr val="tx2">
                      <a:lumMod val="20000"/>
                      <a:lumOff val="80000"/>
                    </a:schemeClr>
                  </a:solidFill>
                  <a:latin typeface="思源黑体 CN Normal" panose="020B0400000000000000" pitchFamily="34" charset="-122"/>
                  <a:ea typeface="思源黑体 CN Normal" panose="020B0400000000000000" pitchFamily="34" charset="-122"/>
                </a:rPr>
                <a:t>估算偏差</a:t>
              </a:r>
              <a:endParaRPr lang="zh-CN" altLang="en-US" sz="1400" dirty="0">
                <a:solidFill>
                  <a:schemeClr val="tx2">
                    <a:lumMod val="20000"/>
                    <a:lumOff val="80000"/>
                  </a:schemeClr>
                </a:solidFill>
                <a:latin typeface="思源黑体 CN Normal" panose="020B0400000000000000" pitchFamily="34" charset="-122"/>
                <a:ea typeface="思源黑体 CN Normal" panose="020B0400000000000000" pitchFamily="34" charset="-122"/>
              </a:endParaRPr>
            </a:p>
          </p:txBody>
        </p:sp>
      </p:grpSp>
      <p:grpSp>
        <p:nvGrpSpPr>
          <p:cNvPr id="1063" name="组合 1062"/>
          <p:cNvGrpSpPr/>
          <p:nvPr/>
        </p:nvGrpSpPr>
        <p:grpSpPr>
          <a:xfrm>
            <a:off x="6048966" y="3445734"/>
            <a:ext cx="5007233" cy="801438"/>
            <a:chOff x="6089870" y="2620920"/>
            <a:chExt cx="5007233" cy="801438"/>
          </a:xfrm>
        </p:grpSpPr>
        <p:sp>
          <p:nvSpPr>
            <p:cNvPr id="1041" name="文本框 1040"/>
            <p:cNvSpPr txBox="1"/>
            <p:nvPr/>
          </p:nvSpPr>
          <p:spPr>
            <a:xfrm>
              <a:off x="6089870" y="2620920"/>
              <a:ext cx="1210588" cy="400110"/>
            </a:xfrm>
            <a:prstGeom prst="rect">
              <a:avLst/>
            </a:prstGeom>
            <a:noFill/>
          </p:spPr>
          <p:txBody>
            <a:bodyPr wrap="none" rtlCol="0">
              <a:spAutoFit/>
            </a:bodyPr>
            <a:lstStyle/>
            <a:p>
              <a:r>
                <a:rPr lang="zh-CN" altLang="en-US" sz="2000" dirty="0">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2700000" scaled="1"/>
                    <a:tileRect/>
                  </a:gradFill>
                  <a:effectLst>
                    <a:glow rad="228600">
                      <a:schemeClr val="accent2">
                        <a:satMod val="175000"/>
                        <a:alpha val="40000"/>
                      </a:schemeClr>
                    </a:glow>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二级预警</a:t>
              </a:r>
              <a:endParaRPr lang="zh-CN" altLang="en-US" sz="2000" dirty="0">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2700000" scaled="1"/>
                  <a:tileRect/>
                </a:gradFill>
                <a:effectLst>
                  <a:glow rad="228600">
                    <a:schemeClr val="accent2">
                      <a:satMod val="175000"/>
                      <a:alpha val="40000"/>
                    </a:schemeClr>
                  </a:glow>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sp>
          <p:nvSpPr>
            <p:cNvPr id="1049" name="文本框 1048"/>
            <p:cNvSpPr txBox="1"/>
            <p:nvPr/>
          </p:nvSpPr>
          <p:spPr>
            <a:xfrm>
              <a:off x="9835219" y="3114581"/>
              <a:ext cx="1261884" cy="307777"/>
            </a:xfrm>
            <a:prstGeom prst="rect">
              <a:avLst/>
            </a:prstGeom>
            <a:noFill/>
          </p:spPr>
          <p:txBody>
            <a:bodyPr wrap="none" rtlCol="0">
              <a:spAutoFit/>
            </a:bodyPr>
            <a:lstStyle>
              <a:defPPr>
                <a:defRPr lang="zh-CN"/>
              </a:defPPr>
              <a:lvl1pPr>
                <a:defRPr sz="1400">
                  <a:solidFill>
                    <a:schemeClr val="tx2">
                      <a:lumMod val="20000"/>
                      <a:lumOff val="80000"/>
                    </a:schemeClr>
                  </a:solidFill>
                  <a:latin typeface="思源黑体 CN Normal" panose="020B0400000000000000" pitchFamily="34" charset="-122"/>
                  <a:ea typeface="思源黑体 CN Normal" panose="020B0400000000000000" pitchFamily="34" charset="-122"/>
                </a:defRPr>
              </a:lvl1pPr>
            </a:lstStyle>
            <a:p>
              <a:r>
                <a:rPr lang="zh-CN" altLang="en-US" dirty="0"/>
                <a:t>温度数据无效</a:t>
              </a:r>
              <a:endParaRPr lang="zh-CN" altLang="en-US" dirty="0"/>
            </a:p>
          </p:txBody>
        </p:sp>
        <p:sp>
          <p:nvSpPr>
            <p:cNvPr id="1050" name="文本框 1049"/>
            <p:cNvSpPr txBox="1"/>
            <p:nvPr/>
          </p:nvSpPr>
          <p:spPr>
            <a:xfrm>
              <a:off x="6089870" y="3114581"/>
              <a:ext cx="902811" cy="307777"/>
            </a:xfrm>
            <a:prstGeom prst="rect">
              <a:avLst/>
            </a:prstGeom>
            <a:noFill/>
          </p:spPr>
          <p:txBody>
            <a:bodyPr wrap="none" rtlCol="0">
              <a:spAutoFit/>
            </a:bodyPr>
            <a:lstStyle>
              <a:defPPr>
                <a:defRPr lang="zh-CN"/>
              </a:defPPr>
              <a:lvl1pPr>
                <a:defRPr sz="1400">
                  <a:solidFill>
                    <a:schemeClr val="tx2">
                      <a:lumMod val="20000"/>
                      <a:lumOff val="80000"/>
                    </a:schemeClr>
                  </a:solidFill>
                  <a:latin typeface="思源黑体 CN Normal" panose="020B0400000000000000" pitchFamily="34" charset="-122"/>
                  <a:ea typeface="思源黑体 CN Normal" panose="020B0400000000000000" pitchFamily="34" charset="-122"/>
                </a:defRPr>
              </a:lvl1pPr>
            </a:lstStyle>
            <a:p>
              <a:r>
                <a:rPr lang="zh-CN" altLang="en-US" dirty="0"/>
                <a:t>低温超限</a:t>
              </a:r>
              <a:endParaRPr lang="zh-CN" altLang="en-US" dirty="0"/>
            </a:p>
          </p:txBody>
        </p:sp>
        <p:sp>
          <p:nvSpPr>
            <p:cNvPr id="1051" name="文本框 1050"/>
            <p:cNvSpPr txBox="1"/>
            <p:nvPr/>
          </p:nvSpPr>
          <p:spPr>
            <a:xfrm>
              <a:off x="8004306" y="3114581"/>
              <a:ext cx="1261884" cy="307777"/>
            </a:xfrm>
            <a:prstGeom prst="rect">
              <a:avLst/>
            </a:prstGeom>
            <a:noFill/>
          </p:spPr>
          <p:txBody>
            <a:bodyPr wrap="none" rtlCol="0">
              <a:spAutoFit/>
            </a:bodyPr>
            <a:lstStyle>
              <a:defPPr>
                <a:defRPr lang="zh-CN"/>
              </a:defPPr>
              <a:lvl1pPr>
                <a:defRPr sz="1400">
                  <a:solidFill>
                    <a:schemeClr val="tx2">
                      <a:lumMod val="20000"/>
                      <a:lumOff val="80000"/>
                    </a:schemeClr>
                  </a:solidFill>
                  <a:latin typeface="思源黑体 CN Normal" panose="020B0400000000000000" pitchFamily="34" charset="-122"/>
                  <a:ea typeface="思源黑体 CN Normal" panose="020B0400000000000000" pitchFamily="34" charset="-122"/>
                </a:defRPr>
              </a:lvl1pPr>
            </a:lstStyle>
            <a:p>
              <a:r>
                <a:rPr lang="zh-CN" altLang="en-US" dirty="0"/>
                <a:t>电压数据无效</a:t>
              </a:r>
              <a:endParaRPr lang="zh-CN" altLang="en-US" dirty="0"/>
            </a:p>
          </p:txBody>
        </p:sp>
      </p:grpSp>
      <p:grpSp>
        <p:nvGrpSpPr>
          <p:cNvPr id="1064" name="组合 1063"/>
          <p:cNvGrpSpPr/>
          <p:nvPr/>
        </p:nvGrpSpPr>
        <p:grpSpPr>
          <a:xfrm>
            <a:off x="6048966" y="4359990"/>
            <a:ext cx="4917465" cy="1376189"/>
            <a:chOff x="6089870" y="3846231"/>
            <a:chExt cx="4917465" cy="1376189"/>
          </a:xfrm>
        </p:grpSpPr>
        <p:sp>
          <p:nvSpPr>
            <p:cNvPr id="1042" name="文本框 1041"/>
            <p:cNvSpPr txBox="1"/>
            <p:nvPr/>
          </p:nvSpPr>
          <p:spPr>
            <a:xfrm>
              <a:off x="6089870" y="3846231"/>
              <a:ext cx="1415772" cy="461665"/>
            </a:xfrm>
            <a:prstGeom prst="rect">
              <a:avLst/>
            </a:prstGeom>
            <a:noFill/>
          </p:spPr>
          <p:txBody>
            <a:bodyPr wrap="none" rtlCol="0">
              <a:spAutoFit/>
            </a:bodyPr>
            <a:lstStyle/>
            <a:p>
              <a:r>
                <a:rPr lang="zh-CN" altLang="en-US" sz="2400" dirty="0">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2700000" scaled="1"/>
                    <a:tileRect/>
                  </a:gradFill>
                  <a:effectLst>
                    <a:glow rad="228600">
                      <a:schemeClr val="accent2">
                        <a:satMod val="175000"/>
                        <a:alpha val="40000"/>
                      </a:schemeClr>
                    </a:glow>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三级预警</a:t>
              </a:r>
              <a:endParaRPr lang="zh-CN" altLang="en-US" sz="2400" dirty="0">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2700000" scaled="1"/>
                  <a:tileRect/>
                </a:gradFill>
                <a:effectLst>
                  <a:glow rad="228600">
                    <a:schemeClr val="accent2">
                      <a:satMod val="175000"/>
                      <a:alpha val="40000"/>
                    </a:schemeClr>
                  </a:glow>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sp>
          <p:nvSpPr>
            <p:cNvPr id="1052" name="文本框 1051"/>
            <p:cNvSpPr txBox="1"/>
            <p:nvPr/>
          </p:nvSpPr>
          <p:spPr>
            <a:xfrm>
              <a:off x="6089870" y="4389813"/>
              <a:ext cx="1082348" cy="307777"/>
            </a:xfrm>
            <a:prstGeom prst="rect">
              <a:avLst/>
            </a:prstGeom>
            <a:noFill/>
          </p:spPr>
          <p:txBody>
            <a:bodyPr wrap="none" rtlCol="0">
              <a:spAutoFit/>
            </a:bodyPr>
            <a:lstStyle>
              <a:defPPr>
                <a:defRPr lang="zh-CN"/>
              </a:defPPr>
              <a:lvl1pPr>
                <a:defRPr sz="1400">
                  <a:solidFill>
                    <a:schemeClr val="tx2">
                      <a:lumMod val="20000"/>
                      <a:lumOff val="80000"/>
                    </a:schemeClr>
                  </a:solidFill>
                  <a:latin typeface="思源黑体 CN Normal" panose="020B0400000000000000" pitchFamily="34" charset="-122"/>
                  <a:ea typeface="思源黑体 CN Normal" panose="020B0400000000000000" pitchFamily="34" charset="-122"/>
                </a:defRPr>
              </a:lvl1pPr>
            </a:lstStyle>
            <a:p>
              <a:r>
                <a:rPr lang="zh-CN" altLang="en-US" dirty="0"/>
                <a:t>电池内短路</a:t>
              </a:r>
              <a:endParaRPr lang="zh-CN" altLang="en-US" dirty="0"/>
            </a:p>
          </p:txBody>
        </p:sp>
        <p:sp>
          <p:nvSpPr>
            <p:cNvPr id="1053" name="文本框 1052"/>
            <p:cNvSpPr txBox="1"/>
            <p:nvPr/>
          </p:nvSpPr>
          <p:spPr>
            <a:xfrm>
              <a:off x="8183843" y="4389813"/>
              <a:ext cx="902811" cy="307777"/>
            </a:xfrm>
            <a:prstGeom prst="rect">
              <a:avLst/>
            </a:prstGeom>
            <a:noFill/>
          </p:spPr>
          <p:txBody>
            <a:bodyPr wrap="none" rtlCol="0">
              <a:spAutoFit/>
            </a:bodyPr>
            <a:lstStyle>
              <a:defPPr>
                <a:defRPr lang="zh-CN"/>
              </a:defPPr>
              <a:lvl1pPr>
                <a:defRPr sz="1400">
                  <a:solidFill>
                    <a:schemeClr val="tx2">
                      <a:lumMod val="20000"/>
                      <a:lumOff val="80000"/>
                    </a:schemeClr>
                  </a:solidFill>
                  <a:latin typeface="思源黑体 CN Normal" panose="020B0400000000000000" pitchFamily="34" charset="-122"/>
                  <a:ea typeface="思源黑体 CN Normal" panose="020B0400000000000000" pitchFamily="34" charset="-122"/>
                </a:defRPr>
              </a:lvl1pPr>
            </a:lstStyle>
            <a:p>
              <a:r>
                <a:rPr lang="zh-CN" altLang="en-US" dirty="0"/>
                <a:t>电池析锂</a:t>
              </a:r>
              <a:endParaRPr lang="zh-CN" altLang="en-US" dirty="0"/>
            </a:p>
          </p:txBody>
        </p:sp>
        <p:sp>
          <p:nvSpPr>
            <p:cNvPr id="1054" name="文本框 1053"/>
            <p:cNvSpPr txBox="1"/>
            <p:nvPr/>
          </p:nvSpPr>
          <p:spPr>
            <a:xfrm>
              <a:off x="6089870" y="4910986"/>
              <a:ext cx="1402948" cy="307777"/>
            </a:xfrm>
            <a:prstGeom prst="rect">
              <a:avLst/>
            </a:prstGeom>
            <a:noFill/>
          </p:spPr>
          <p:txBody>
            <a:bodyPr wrap="none" rtlCol="0">
              <a:spAutoFit/>
            </a:bodyPr>
            <a:lstStyle>
              <a:defPPr>
                <a:defRPr lang="zh-CN"/>
              </a:defPPr>
              <a:lvl1pPr>
                <a:defRPr sz="1400">
                  <a:solidFill>
                    <a:schemeClr val="tx2">
                      <a:lumMod val="20000"/>
                      <a:lumOff val="80000"/>
                    </a:schemeClr>
                  </a:solidFill>
                  <a:latin typeface="思源黑体 CN Normal" panose="020B0400000000000000" pitchFamily="34" charset="-122"/>
                  <a:ea typeface="思源黑体 CN Normal" panose="020B0400000000000000" pitchFamily="34" charset="-122"/>
                </a:defRPr>
              </a:lvl1pPr>
            </a:lstStyle>
            <a:p>
              <a:r>
                <a:rPr lang="zh-CN" altLang="en-US" dirty="0"/>
                <a:t>过充</a:t>
              </a:r>
              <a:r>
                <a:rPr lang="en-US" altLang="zh-CN" dirty="0"/>
                <a:t>/</a:t>
              </a:r>
              <a:r>
                <a:rPr lang="zh-CN" altLang="en-US" dirty="0"/>
                <a:t>过放</a:t>
              </a:r>
              <a:r>
                <a:rPr lang="en-US" altLang="zh-CN" dirty="0"/>
                <a:t>/</a:t>
              </a:r>
              <a:r>
                <a:rPr lang="zh-CN" altLang="en-US" dirty="0"/>
                <a:t>过流</a:t>
              </a:r>
              <a:endParaRPr lang="zh-CN" altLang="en-US" dirty="0"/>
            </a:p>
          </p:txBody>
        </p:sp>
        <p:sp>
          <p:nvSpPr>
            <p:cNvPr id="1055" name="文本框 1054"/>
            <p:cNvSpPr txBox="1"/>
            <p:nvPr/>
          </p:nvSpPr>
          <p:spPr>
            <a:xfrm>
              <a:off x="8183843" y="4914643"/>
              <a:ext cx="902811" cy="307777"/>
            </a:xfrm>
            <a:prstGeom prst="rect">
              <a:avLst/>
            </a:prstGeom>
            <a:noFill/>
          </p:spPr>
          <p:txBody>
            <a:bodyPr wrap="none" rtlCol="0">
              <a:spAutoFit/>
            </a:bodyPr>
            <a:lstStyle>
              <a:defPPr>
                <a:defRPr lang="zh-CN"/>
              </a:defPPr>
              <a:lvl1pPr>
                <a:defRPr sz="1400">
                  <a:solidFill>
                    <a:schemeClr val="tx2">
                      <a:lumMod val="20000"/>
                      <a:lumOff val="80000"/>
                    </a:schemeClr>
                  </a:solidFill>
                  <a:latin typeface="思源黑体 CN Normal" panose="020B0400000000000000" pitchFamily="34" charset="-122"/>
                  <a:ea typeface="思源黑体 CN Normal" panose="020B0400000000000000" pitchFamily="34" charset="-122"/>
                </a:defRPr>
              </a:lvl1pPr>
            </a:lstStyle>
            <a:p>
              <a:r>
                <a:rPr lang="zh-CN" altLang="en-US" dirty="0"/>
                <a:t>高温超限</a:t>
              </a:r>
              <a:endParaRPr lang="zh-CN" altLang="en-US" dirty="0"/>
            </a:p>
          </p:txBody>
        </p:sp>
        <p:sp>
          <p:nvSpPr>
            <p:cNvPr id="1056" name="文本框 1055"/>
            <p:cNvSpPr txBox="1"/>
            <p:nvPr/>
          </p:nvSpPr>
          <p:spPr>
            <a:xfrm>
              <a:off x="10014756" y="4910985"/>
              <a:ext cx="902811" cy="307777"/>
            </a:xfrm>
            <a:prstGeom prst="rect">
              <a:avLst/>
            </a:prstGeom>
            <a:noFill/>
          </p:spPr>
          <p:txBody>
            <a:bodyPr wrap="none" rtlCol="0">
              <a:spAutoFit/>
            </a:bodyPr>
            <a:lstStyle>
              <a:defPPr>
                <a:defRPr lang="zh-CN"/>
              </a:defPPr>
              <a:lvl1pPr>
                <a:defRPr sz="1400">
                  <a:solidFill>
                    <a:schemeClr val="tx2">
                      <a:lumMod val="20000"/>
                      <a:lumOff val="80000"/>
                    </a:schemeClr>
                  </a:solidFill>
                  <a:latin typeface="思源黑体 CN Normal" panose="020B0400000000000000" pitchFamily="34" charset="-122"/>
                  <a:ea typeface="思源黑体 CN Normal" panose="020B0400000000000000" pitchFamily="34" charset="-122"/>
                </a:defRPr>
              </a:lvl1pPr>
            </a:lstStyle>
            <a:p>
              <a:r>
                <a:rPr lang="zh-CN" altLang="en-US" dirty="0"/>
                <a:t>绝缘异常</a:t>
              </a:r>
              <a:endParaRPr lang="zh-CN" altLang="en-US" dirty="0"/>
            </a:p>
          </p:txBody>
        </p:sp>
        <p:sp>
          <p:nvSpPr>
            <p:cNvPr id="1057" name="文本框 1056"/>
            <p:cNvSpPr txBox="1"/>
            <p:nvPr/>
          </p:nvSpPr>
          <p:spPr>
            <a:xfrm>
              <a:off x="9924987" y="4389813"/>
              <a:ext cx="1082348" cy="307777"/>
            </a:xfrm>
            <a:prstGeom prst="rect">
              <a:avLst/>
            </a:prstGeom>
            <a:noFill/>
          </p:spPr>
          <p:txBody>
            <a:bodyPr wrap="none" rtlCol="0">
              <a:spAutoFit/>
            </a:bodyPr>
            <a:lstStyle>
              <a:defPPr>
                <a:defRPr lang="zh-CN"/>
              </a:defPPr>
              <a:lvl1pPr>
                <a:defRPr sz="1400">
                  <a:solidFill>
                    <a:schemeClr val="tx2">
                      <a:lumMod val="20000"/>
                      <a:lumOff val="80000"/>
                    </a:schemeClr>
                  </a:solidFill>
                  <a:latin typeface="思源黑体 CN Normal" panose="020B0400000000000000" pitchFamily="34" charset="-122"/>
                  <a:ea typeface="思源黑体 CN Normal" panose="020B0400000000000000" pitchFamily="34" charset="-122"/>
                </a:defRPr>
              </a:lvl1pPr>
            </a:lstStyle>
            <a:p>
              <a:r>
                <a:rPr lang="zh-CN" altLang="en-US" dirty="0"/>
                <a:t>热失控预警</a:t>
              </a:r>
              <a:endParaRPr lang="zh-CN" altLang="en-US" dirty="0"/>
            </a:p>
          </p:txBody>
        </p:sp>
      </p:grpSp>
      <p:sp>
        <p:nvSpPr>
          <p:cNvPr id="39" name="日期占位符 1"/>
          <p:cNvSpPr>
            <a:spLocks noGrp="1"/>
          </p:cNvSpPr>
          <p:nvPr>
            <p:ph type="dt" sz="half" idx="2"/>
          </p:nvPr>
        </p:nvSpPr>
        <p:spPr>
          <a:xfrm>
            <a:off x="5381154" y="6546972"/>
            <a:ext cx="2743200" cy="365125"/>
          </a:xfrm>
        </p:spPr>
        <p:txBody>
          <a:bodyPr/>
          <a:lstStyle/>
          <a:p>
            <a:fld id="{90AE510E-1D87-4DEA-927B-646DBA74B99E}" type="datetime1">
              <a:rPr lang="zh-CN" altLang="en-US" smtClean="0"/>
            </a:fld>
            <a:endParaRPr lang="zh-CN" altLang="en-US" dirty="0"/>
          </a:p>
        </p:txBody>
      </p:sp>
      <p:sp>
        <p:nvSpPr>
          <p:cNvPr id="25" name="页脚占位符 2"/>
          <p:cNvSpPr>
            <a:spLocks noGrp="1"/>
          </p:cNvSpPr>
          <p:nvPr>
            <p:ph type="ftr" sz="quarter" idx="3"/>
          </p:nvPr>
        </p:nvSpPr>
        <p:spPr>
          <a:xfrm>
            <a:off x="809154" y="6546973"/>
            <a:ext cx="4114800" cy="365125"/>
          </a:xfrm>
        </p:spPr>
        <p:txBody>
          <a:bodyPr/>
          <a:lstStyle/>
          <a:p>
            <a:r>
              <a:rPr lang="zh-CN" altLang="en-US"/>
              <a:t>保密级别：公开</a:t>
            </a:r>
            <a:endParaRPr lang="zh-CN" altLang="en-US" dirty="0"/>
          </a:p>
        </p:txBody>
      </p:sp>
      <p:sp>
        <p:nvSpPr>
          <p:cNvPr id="42" name="灯片编号占位符 3"/>
          <p:cNvSpPr>
            <a:spLocks noGrp="1"/>
          </p:cNvSpPr>
          <p:nvPr>
            <p:ph type="sldNum" sz="quarter" idx="4"/>
          </p:nvPr>
        </p:nvSpPr>
        <p:spPr>
          <a:xfrm>
            <a:off x="8581554" y="6546973"/>
            <a:ext cx="2743200" cy="365125"/>
          </a:xfrm>
        </p:spPr>
        <p:txBody>
          <a:bodyPr/>
          <a:lstStyle/>
          <a:p>
            <a:fld id="{B12E33E1-9AF2-45A8-BB07-EBD06F9F463D}" type="slidenum">
              <a:rPr lang="zh-CN" altLang="en-US" smtClean="0"/>
            </a:fld>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chemeClr val="tx2"/>
                </a:solidFill>
              </a:rPr>
              <a:t>国标及消防团标</a:t>
            </a:r>
            <a:endParaRPr lang="zh-CN" altLang="en-US" dirty="0">
              <a:solidFill>
                <a:schemeClr val="tx2"/>
              </a:solidFill>
            </a:endParaRPr>
          </a:p>
        </p:txBody>
      </p:sp>
      <p:pic>
        <p:nvPicPr>
          <p:cNvPr id="4" name="图片 3"/>
          <p:cNvPicPr>
            <a:picLocks noChangeAspect="1"/>
          </p:cNvPicPr>
          <p:nvPr/>
        </p:nvPicPr>
        <p:blipFill>
          <a:blip r:embed="rId1"/>
          <a:stretch>
            <a:fillRect/>
          </a:stretch>
        </p:blipFill>
        <p:spPr>
          <a:xfrm>
            <a:off x="701040" y="2161540"/>
            <a:ext cx="5740400" cy="4197350"/>
          </a:xfrm>
          <a:prstGeom prst="rect">
            <a:avLst/>
          </a:prstGeom>
        </p:spPr>
      </p:pic>
      <p:sp>
        <p:nvSpPr>
          <p:cNvPr id="5" name="文本框 4"/>
          <p:cNvSpPr txBox="1"/>
          <p:nvPr/>
        </p:nvSpPr>
        <p:spPr>
          <a:xfrm>
            <a:off x="3183890" y="1373505"/>
            <a:ext cx="6096000" cy="460375"/>
          </a:xfrm>
          <a:prstGeom prst="rect">
            <a:avLst/>
          </a:prstGeom>
          <a:noFill/>
        </p:spPr>
        <p:txBody>
          <a:bodyPr wrap="square" rtlCol="0" anchor="t">
            <a:spAutoFit/>
          </a:bodyPr>
          <a:p>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《电化学储能电站设计规范》</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GB 51048  </a:t>
            </a:r>
            <a:endPar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5"/>
          <p:cNvPicPr>
            <a:picLocks noChangeAspect="1"/>
          </p:cNvPicPr>
          <p:nvPr/>
        </p:nvPicPr>
        <p:blipFill>
          <a:blip r:embed="rId2"/>
          <a:stretch>
            <a:fillRect/>
          </a:stretch>
        </p:blipFill>
        <p:spPr>
          <a:xfrm>
            <a:off x="6182995" y="1981200"/>
            <a:ext cx="5645150" cy="1949450"/>
          </a:xfrm>
          <a:prstGeom prst="rect">
            <a:avLst/>
          </a:prstGeom>
        </p:spPr>
      </p:pic>
      <p:cxnSp>
        <p:nvCxnSpPr>
          <p:cNvPr id="7" name="直接连接符 6"/>
          <p:cNvCxnSpPr/>
          <p:nvPr/>
        </p:nvCxnSpPr>
        <p:spPr>
          <a:xfrm flipV="1">
            <a:off x="6480175" y="2864485"/>
            <a:ext cx="4935220" cy="0"/>
          </a:xfrm>
          <a:prstGeom prst="line">
            <a:avLst/>
          </a:prstGeom>
          <a:ln>
            <a:solidFill>
              <a:srgbClr val="C00000"/>
            </a:solidFill>
          </a:ln>
        </p:spPr>
        <p:style>
          <a:lnRef idx="2">
            <a:schemeClr val="accent1"/>
          </a:lnRef>
          <a:fillRef idx="0">
            <a:srgbClr val="FFFFFF"/>
          </a:fillRef>
          <a:effectRef idx="0">
            <a:srgbClr val="FFFFFF"/>
          </a:effectRef>
          <a:fontRef idx="minor">
            <a:schemeClr val="tx1"/>
          </a:fontRef>
        </p:style>
      </p:cxnSp>
      <p:cxnSp>
        <p:nvCxnSpPr>
          <p:cNvPr id="12" name="直接连接符 11"/>
          <p:cNvCxnSpPr/>
          <p:nvPr/>
        </p:nvCxnSpPr>
        <p:spPr>
          <a:xfrm flipV="1">
            <a:off x="6607175" y="3187065"/>
            <a:ext cx="4935220" cy="0"/>
          </a:xfrm>
          <a:prstGeom prst="line">
            <a:avLst/>
          </a:prstGeom>
          <a:ln>
            <a:solidFill>
              <a:srgbClr val="C00000"/>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chemeClr val="tx2"/>
                </a:solidFill>
              </a:rPr>
              <a:t>国标及消防团标</a:t>
            </a:r>
            <a:endParaRPr lang="zh-CN" altLang="en-US" dirty="0">
              <a:solidFill>
                <a:schemeClr val="tx2"/>
              </a:solidFill>
            </a:endParaRPr>
          </a:p>
        </p:txBody>
      </p:sp>
      <p:sp>
        <p:nvSpPr>
          <p:cNvPr id="6" name="文本框 5"/>
          <p:cNvSpPr txBox="1"/>
          <p:nvPr/>
        </p:nvSpPr>
        <p:spPr>
          <a:xfrm>
            <a:off x="1536065" y="1273810"/>
            <a:ext cx="9930765" cy="460375"/>
          </a:xfrm>
          <a:prstGeom prst="rect">
            <a:avLst/>
          </a:prstGeom>
          <a:noFill/>
        </p:spPr>
        <p:txBody>
          <a:bodyPr wrap="square" rtlCol="0">
            <a:spAutoFit/>
          </a:bodyPr>
          <a:p>
            <a:r>
              <a:rPr lang="zh-CN" altLang="en-US"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《预制舱式磷酸铁锂电池储能电站消防技术规范》</a:t>
            </a:r>
            <a:r>
              <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T∕CEC 373-2020</a:t>
            </a:r>
            <a:endParaRPr lang="en-US" altLang="zh-CN" sz="2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8" name="图片 7"/>
          <p:cNvPicPr>
            <a:picLocks noChangeAspect="1"/>
          </p:cNvPicPr>
          <p:nvPr/>
        </p:nvPicPr>
        <p:blipFill>
          <a:blip r:embed="rId1"/>
          <a:stretch>
            <a:fillRect/>
          </a:stretch>
        </p:blipFill>
        <p:spPr>
          <a:xfrm>
            <a:off x="2781300" y="1781810"/>
            <a:ext cx="6629400" cy="4419600"/>
          </a:xfrm>
          <a:prstGeom prst="rect">
            <a:avLst/>
          </a:prstGeom>
        </p:spPr>
      </p:pic>
      <p:cxnSp>
        <p:nvCxnSpPr>
          <p:cNvPr id="9" name="直接连接符 8"/>
          <p:cNvCxnSpPr/>
          <p:nvPr/>
        </p:nvCxnSpPr>
        <p:spPr>
          <a:xfrm flipV="1">
            <a:off x="5163185" y="5414010"/>
            <a:ext cx="3833495" cy="0"/>
          </a:xfrm>
          <a:prstGeom prst="line">
            <a:avLst/>
          </a:prstGeom>
          <a:ln>
            <a:solidFill>
              <a:srgbClr val="C00000"/>
            </a:solidFill>
          </a:ln>
        </p:spPr>
        <p:style>
          <a:lnRef idx="2">
            <a:schemeClr val="accent1"/>
          </a:lnRef>
          <a:fillRef idx="0">
            <a:srgbClr val="FFFFFF"/>
          </a:fillRef>
          <a:effectRef idx="0">
            <a:srgbClr val="FFFFFF"/>
          </a:effectRef>
          <a:fontRef idx="minor">
            <a:schemeClr val="tx1"/>
          </a:fontRef>
        </p:style>
      </p:cxnSp>
      <p:cxnSp>
        <p:nvCxnSpPr>
          <p:cNvPr id="10" name="直接连接符 9"/>
          <p:cNvCxnSpPr/>
          <p:nvPr/>
        </p:nvCxnSpPr>
        <p:spPr>
          <a:xfrm flipV="1">
            <a:off x="3162935" y="5636260"/>
            <a:ext cx="4857750" cy="0"/>
          </a:xfrm>
          <a:prstGeom prst="line">
            <a:avLst/>
          </a:prstGeom>
          <a:ln>
            <a:solidFill>
              <a:srgbClr val="C00000"/>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DIAGRAM_VIRTUALLY_FRAME" val="{&quot;height&quot;:553.55,&quot;left&quot;:42.85,&quot;top&quot;:50.4,&quot;width&quot;:930.4}"/>
</p:tagLst>
</file>

<file path=ppt/tags/tag33.xml><?xml version="1.0" encoding="utf-8"?>
<p:tagLst xmlns:p="http://schemas.openxmlformats.org/presentationml/2006/main">
  <p:tag name="THINKCELLUNDODONOTDELETE" val="0"/>
</p:tagLst>
</file>

<file path=ppt/theme/theme1.xml><?xml version="1.0" encoding="utf-8"?>
<a:theme xmlns:a="http://schemas.openxmlformats.org/drawingml/2006/main" name="Dysport2022">
  <a:themeElements>
    <a:clrScheme name="融和元储">
      <a:dk1>
        <a:srgbClr val="6F6F6F"/>
      </a:dk1>
      <a:lt1>
        <a:sysClr val="window" lastClr="FFFFFF"/>
      </a:lt1>
      <a:dk2>
        <a:srgbClr val="00263A"/>
      </a:dk2>
      <a:lt2>
        <a:srgbClr val="E7E6E6"/>
      </a:lt2>
      <a:accent1>
        <a:srgbClr val="00263A"/>
      </a:accent1>
      <a:accent2>
        <a:srgbClr val="9EB5CB"/>
      </a:accent2>
      <a:accent3>
        <a:srgbClr val="89764B"/>
      </a:accent3>
      <a:accent4>
        <a:srgbClr val="AF231C"/>
      </a:accent4>
      <a:accent5>
        <a:srgbClr val="E57200"/>
      </a:accent5>
      <a:accent6>
        <a:srgbClr val="00965E"/>
      </a:accent6>
      <a:hlink>
        <a:srgbClr val="443A34"/>
      </a:hlink>
      <a:folHlink>
        <a:srgbClr val="00263A"/>
      </a:folHlink>
    </a:clrScheme>
    <a:fontScheme name="自定义 3">
      <a:majorFont>
        <a:latin typeface="Poppins Bold"/>
        <a:ea typeface="思源黑体 CN Bold"/>
        <a:cs typeface=""/>
      </a:majorFont>
      <a:minorFont>
        <a:latin typeface="Poppins-Medium"/>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色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oleObject" Target="file:///C:\Users\h\WPSDrive\598102860\WPS&#20113;&#30424;\&#24037;&#20316;&#31807;(4).xlsx" TargetMode="External"/></Relationships>
</file>

<file path=ppt/webExtensions/webExtension1.xml><?xml version="1.0" encoding="utf-8"?>
<wpswe:webExtension xmlns:wpswe="http://www.wps.cn/officeDocument/2018/webExtension" xmlns:webet="https://web.wps.cn/et/2018/main" webet:type="Normal" type="0" webet:id="">
  <wpswe:extSource id="webchart" version="3.0"/>
  <wpswe:properties>
    <wpswe:property key="demoData" value="{&quot;category&quot;:[&quot;A&quot;,&quot;B&quot;,&quot;C&quot;,&quot;D&quot;,&quot;E&quot;,&quot;F&quot;,&quot;G&quot;],&quot;data&quot;:[[&quot;&quot;,&quot;系列1&quot;,&quot;系列2&quot;,&quot;系列3&quot;],[&quot;A&quot;,13,49,80],[&quot;B&quot;,20,63,105],[&quot;C&quot;,34,56,85],[&quot;D&quot;,24,75,113],[&quot;E&quot;,19,60,87],[&quot;F&quot;,28,67,95],[&quot;G&quot;,21,54,89]],&quot;series&quot;:[&quot;&quot;,&quot;系列1&quot;,&quot;系列2&quot;,&quot;系列3&quot;]}"/>
    <wpswe:property key="extStyle" value="{&quot;series&quot;:[{&quot;connectNulls&quot;:true,&quot;showSymbol&quot;:true,&quot;symbolSize&quot;:0,&quot;type&quot;:&quot;line&quot;}],&quot;tooltip&quot;:{&quot;backgroundColor&quot;:{&quot;rgb&quot;:&quot;rgba(51,51,51,0.7)&quot;,&quot;row&quot;:-1,&quot;themeIndex&quot;:-1,&quot;type&quot;:0},&quot;borderWidth&quot;:0,&quot;confine&quot;:true,&quot;extraCssText&quot;:&quot;max-width: calc(100vw - 36px); overflow: hidden; white-space: nowrap; text-overflow: ellipsis; margin-left: 8px;&quot;},&quot;xAxis&quot;:{&quot;axisLabel&quot;:{&quot;margin&quot;:20},&quot;splitLine&quot;:{&quot;interval&quot;:0}},&quot;yAxis&quot;:{&quot;axisLabel&quot;:{&quot;margin&quot;:8},&quot;splitLine&quot;:{&quot;interval&quot;:0}}}"/>
    <wpswe:property key="isUseCommonErrorPage" value="false"/>
    <wpswe:property key="loadingImage" value="res:/icons/WebChartLoading_et.svg"/>
    <wpswe:property key="renderer" value="echarts"/>
    <wpswe:property key="resId" value="40000056"/>
    <wpswe:property key="sourceTheme" value="{&quot;colors&quot;:[&quot;#000000&quot;,&quot;#ffffff&quot;,&quot;#44546a&quot;,&quot;#e7e6e6&quot;,&quot;#4874cb&quot;,&quot;#ee822f&quot;,&quot;#f2ba02&quot;,&quot;#75bd42&quot;,&quot;#30c0b4&quot;,&quot;#e54c5e&quot;,&quot;#0026e5&quot;,&quot;#7e1fad&quot;,&quot;#000000&quot;,&quot;#ffffff&quot;,&quot;#44546a&quot;,&quot;#e7e6e6&quot;],&quot;fonts&quot;:[&quot;Calibri Light&quot;,&quot;宋体&quot;,&quot;Calibri&quot;,&quot;宋体&quot;]}"/>
    <wpswe:property key="style" value="{&quot;animation&quot;:false,&quot;areaStyle&quot;:{&quot;origin&quot;:&quot;start&quot;,&quot;show&quot;:true},&quot;backgroundColor&quot;:{&quot;rgb&quot;:&quot;#FFFFFF&quot;,&quot;row&quot;:0,&quot;themeIndex&quot;:13,&quot;type&quot;:1},&quot;borderColor&quot;:{&quot;type&quot;:0,&quot;rgb&quot;:&quot;transparent&quot;,&quot;themeIndex&quot;:-1,&quot;row&quot;:-1},&quot;global&quot;:{&quot;text&quot;:{&quot;bold&quot;:0,&quot;font&quot;:{&quot;name&quot;:&quot;宋体&quot;,&quot;nameType&quot;:2,&quot;langType&quot;:3},&quot;fontSize&quot;:10,&quot;italic&quot;:0}},&quot;interval&quot;:20000,&quot;isTransformDateAxis&quot;:0,&quot;label&quot;:{&quot;position&quot;:&quot;top&quot;,&quot;show&quot;:false,&quot;textStyle&quot;:{&quot;color&quot;:{&quot;rgb&quot;:&quot;inherit&quot;,&quot;row&quot;:3,&quot;themeIndex&quot;:12,&quot;type&quot;:1},&quot;fontFamily&quot;:{&quot;name&quot;:&quot;宋体&quot;,&quot;themeIndex&quot;:3,&quot;type&quot;:1},&quot;fontSize&quot;:9,&quot;fontStyle&quot;:&quot;normal&quot;,&quot;fontWeight&quot;:&quot;normal&quot;}},&quot;legend&quot;:{&quot;itemHeight&quot;:15,&quot;itemWidth&quot;:32,&quot;lineStyle&quot;:{&quot;cap&quot;:&quot;round&quot;},&quot;position&quot;:&quot;bottomCenter&quot;,&quot;show&quot;:true,&quot;textStyle&quot;:{&quot;fontFamily&quot;:{&quot;type&quot;:0,&quot;name&quot;:&quot;仿宋&quot;,&quot;themeIndex&quot;:&quot;-1&quot;},&quot;fontSize&quot;:9,&quot;fontStyle&quot;:&quot;normal&quot;,&quot;fontWeight&quot;:&quot;bold&quot;,&quot;color&quot;:{&quot;rgb&quot;:&quot;#595959&quot;,&quot;row&quot;:2,&quot;themeIndex&quot;:12,&quot;type&quot;:1}}},&quot;lineStyle&quot;:{&quot;type&quot;:&quot;solid&quot;,&quot;width&quot;:3},&quot;max&quot;:120000,&quot;min&quot;:0,&quot;seriesThemeColor&quot;:[&quot;#906BE9&quot;,&quot;#06C0D5&quot;,&quot;#558BF7&quot;,&quot;#FFC800&quot;,&quot;#9ADB00&quot;,&quot;#32C267&quot;],&quot;smooth&quot;:true,&quot;step&quot;:false,&quot;symbol&quot;:[{&quot;content&quot;:&quot;data:image/svg+xml;base64,PHN2ZyB3aWR0aD0iNDAiIGhlaWdodD0iNDAiIHZpZXdCb3g9IjAgMCA0MCA0MCIgZmlsbD0ibm9uZSIgeG1sbnM9Imh0dHA6Ly93d3cudzMub3JnLzIwMDAvc3ZnIj4KPGcgZmlsdGVyPSJ1cmwoI2ZpbHRlcjBfZF8zMzE4XzIxNjg0KSI+CjxyZWN0IHg9IjEyIiB5PSIxMCIgd2lkdGg9IjE2IiBoZWlnaHQ9IjE2IiByeD0iOCIgZmlsbD0iY3VycmVudENvbG9yIi8+CjxyZWN0IHg9IjEwIiB5PSI4IiB3aWR0aD0iMjAiIGhlaWdodD0iMjAiIHJ4PSIxMCIgc3Ryb2tlPSJ3aGl0ZSIgc3Ryb2tlLXdpZHRoPSI0Ii8+CjwvZz4KPGRlZnM+CjxmaWx0ZXIgaWQ9ImZpbHRlcjBfZF8zMzE4XzIxNjg0IiB4PSIwIiB5PSIwIiB3aWR0aD0iNDAiIGhlaWdodD0iNDAiIGZpbHRlclVuaXRzPSJ1c2VyU3BhY2VPblVzZSIgY29sb3ItaW50ZXJwb2xhdGlvbi1maWx0ZXJzPSJzUkdCIj4KPGZlRmxvb2QgZmxvb2Qtb3BhY2l0eT0iMCIgcmVzdWx0PSJCYWNrZ3JvdW5kSW1hZ2VGaXgiLz4KPGZlQ29sb3JNYXRyaXggaW49IlNvdXJjZUFscGhhIiB0eXBlPSJtYXRyaXgiIHZhbHVlcz0iMCAwIDAgMCAwIDAgMCAwIDAgMCAwIDAgMCAwIDAgMCAwIDAgMTI3IDAiIHJlc3VsdD0iaGFyZEFscGhhIi8+CjxmZU9mZnNldCBkeT0iMiIvPgo8ZmVHYXVzc2lhbkJsdXIgc3RkRGV2aWF0aW9uPSI0Ii8+CjxmZUNvbXBvc2l0ZSBpbjI9ImhhcmRBbHBoYSIgb3BlcmF0b3I9Im91dCIvPgo8ZmVDb2xvck1hdHJpeCB0eXBlPSJtYXRyaXgiIHZhbHVlcz0iMCAwIDAgMCAwLjQ1MDk4IDAgMCAwIDAgMC4zNTI5NDEgMCAwIDAgMCAwIDAgMCAwIDAuMTYgMCIvPgo8ZmVCbGVuZCBtb2RlPSJub3JtYWwiIGluMj0iQmFja2dyb3VuZEltYWdlRml4IiByZXN1bHQ9ImVmZmVjdDFfZHJvcFNoYWRvd18zMzE4XzIxNjg0Ii8+CjxmZUJsZW5kIG1vZGU9Im5vcm1hbCIgaW49IlNvdXJjZUdyYXBoaWMiIGluMj0iZWZmZWN0MV9kcm9wU2hhZG93XzMzMThfMjE2ODQiIHJlc3VsdD0ic2hhcGUiLz4KPC9maWx0ZXI+CjwvZGVmcz4KPC9zdmc+Cg==&quot;,&quot;id&quot;:21602527,&quot;show&quot;:false,&quot;size&quot;:16}],&quot;title&quot;:{&quot;position&quot;:&quot;topCenter&quot;,&quot;show&quot;:true,&quot;text&quot;:&quot;储能削峰示例&quot;,&quot;textStyle&quot;:{&quot;fontFamily&quot;:{&quot;type&quot;:0,&quot;name&quot;:&quot;黑体&quot;,&quot;themeIndex&quot;:&quot;-1&quot;},&quot;fontSize&quot;:14,&quot;fontStyle&quot;:&quot;normal&quot;,&quot;fontWeight&quot;:&quot;bold&quot;,&quot;color&quot;:{&quot;rgb&quot;:&quot;#404040&quot;,&quot;row&quot;:3,&quot;themeIndex&quot;:12,&quot;type&quot;:1}}},&quot;tooltip&quot;:{&quot;show&quot;:true,&quot;textStyle&quot;:{&quot;color&quot;:{&quot;rgb&quot;:&quot;#FFFFFF&quot;,&quot;row&quot;:-1,&quot;themeIndex&quot;:-1,&quot;type&quot;:0},&quot;fontFamily&quot;:{&quot;name&quot;:&quot;宋体&quot;,&quot;themeIndex&quot;:3,&quot;type&quot;:1},&quot;fontSize&quot;:9,&quot;fontStyle&quot;:&quot;normal&quot;,&quot;fontWeight&quot;:&quot;normal&quot;}},&quot;xAxis&quot;:{&quot;axisLabel&quot;:{&quot;show&quot;:true,&quot;textStyle&quot;:{&quot;color&quot;:{&quot;rgb&quot;:&quot;#595959&quot;,&quot;row&quot;:2,&quot;themeIndex&quot;:12,&quot;type&quot;:1},&quot;fontFamily&quot;:{&quot;name&quot;:&quot;宋体&quot;,&quot;themeIndex&quot;:3,&quot;type&quot;:1},&quot;fontSize&quot;:9,&quot;fontStyle&quot;:&quot;normal&quot;,&quot;fontWeight&quot;:&quot;normal&quot;}},&quot;axisLine&quot;:{&quot;lineStyle&quot;:{&quot;color&quot;:{&quot;rgb&quot;:&quot;#D9D9D9&quot;,&quot;row&quot;:2,&quot;themeIndex&quot;:13,&quot;type&quot;:1},&quot;width&quot;:1},&quot;show&quot;:true},&quot;axisTick&quot;:{&quot;show&quot;:false},&quot;name&quot;:{&quot;show&quot;:false,&quot;text&quot;:&quot;X轴&quot;,&quot;textStyle&quot;:{&quot;color&quot;:{&quot;rgb&quot;:&quot;#595959&quot;,&quot;row&quot;:2,&quot;themeIndex&quot;:12,&quot;type&quot;:1},&quot;fontFamily&quot;:{&quot;name&quot;:&quot;宋体&quot;,&quot;themeIndex&quot;:3,&quot;type&quot;:1},&quot;fontSize&quot;:9,&quot;fontStyle&quot;:&quot;normal&quot;,&quot;fontWeight&quot;:&quot;normal&quot;}},&quot;splitLine&quot;:{&quot;lineStyle&quot;:{&quot;color&quot;:{&quot;rgb&quot;:&quot;#E6E6E6&quot;,&quot;row&quot;:-1,&quot;themeIndex&quot;:-1,&quot;type&quot;:0},&quot;width&quot;:1},&quot;show&quot;:false},&quot;type&quot;:&quot;category&quot;},&quot;yAxis&quot;:{&quot;axisLabel&quot;:{&quot;show&quot;:true,&quot;textStyle&quot;:{&quot;color&quot;:{&quot;rgb&quot;:&quot;#595959&quot;,&quot;row&quot;:2,&quot;themeIndex&quot;:12,&quot;type&quot;:1},&quot;fontFamily&quot;:{&quot;name&quot;:&quot;宋体&quot;,&quot;themeIndex&quot;:3,&quot;type&quot;:1},&quot;fontSize&quot;:9,&quot;fontStyle&quot;:&quot;normal&quot;,&quot;fontWeight&quot;:&quot;normal&quot;}},&quot;axisLine&quot;:{&quot;lineStyle&quot;:{&quot;color&quot;:{&quot;rgb&quot;:&quot;#D9D9D9&quot;,&quot;row&quot;:2,&quot;themeIndex&quot;:13,&quot;type&quot;:1},&quot;width&quot;:1},&quot;show&quot;:false},&quot;axisTick&quot;:{&quot;show&quot;:false},&quot;name&quot;:{&quot;show&quot;:false,&quot;text&quot;:&quot;Y轴&quot;,&quot;textStyle&quot;:{&quot;color&quot;:{&quot;rgb&quot;:&quot;#595959&quot;,&quot;row&quot;:2,&quot;themeIndex&quot;:12,&quot;type&quot;:1},&quot;fontFamily&quot;:{&quot;name&quot;:&quot;宋体&quot;,&quot;themeIndex&quot;:3,&quot;type&quot;:1},&quot;fontSize&quot;:9,&quot;fontStyle&quot;:&quot;normal&quot;,&quot;fontWeight&quot;:&quot;normal&quot;}},&quot;splitLine&quot;:{&quot;lineStyle&quot;:{&quot;color&quot;:{&quot;rgb&quot;:&quot;#E6E6E6&quot;,&quot;row&quot;:-1,&quot;themeIndex&quot;:-1,&quot;type&quot;:0},&quot;width&quot;:1},&quot;show&quot;:true},&quot;type&quot;:&quot;value&quot;},&quot;animationLoop&quot;:false,&quot;animationDurationUpdate&quot;:1500,&quot;animationDuration&quot;:1500,&quot;divideType&quot;:&quot;landscape&quot;,&quot;max_origin&quot;:120000,&quot;min_origin&quot;:0,&quot;interval_origin&quot;:20000,&quot;seriesDir&quot;:&quot;col&quot;,&quot;seriesColor&quot;:{&quot;2&quot;:{&quot;type&quot;:0,&quot;rgb&quot;:&quot;#c00000&quot;,&quot;themeIndex&quot;:-1,&quot;row&quot;:-1}}}"/>
    <wpswe:property key="themeOverride" value="false"/>
    <wpswe:property key="type" value="2d-line"/>
  </wpswe:properties>
  <wpswe:watchingCache>
    <wpswe:linkPath>C:\Users\h\WPSDrive\598102860\WPS云盘\工作簿(4).xlsx</wpswe:linkPath>
    <wpswe:dataRange>
      <wpswe:key>webchart</wpswe:key>
      <wpswe:context>Sheet1!$B$1:$F$24</wpswe:context>
      <wpswe:count>24</wpswe:count>
      <wpswe:cells wpswe:idx="0">
        <wpswe:count>5</wpswe:count>
        <wpswe:formatCode>General</wpswe:formatCode>
        <wpswe:cell wpswe:idx="0">
          <wpswe:value>制氢项目总用电功率</wpswe:value>
        </wpswe:cell>
        <wpswe:cell wpswe:idx="1">
          <wpswe:value>风电自发自用</wpswe:value>
        </wpswe:cell>
        <wpswe:cell wpswe:idx="2" wpswe:formatCode="_ * #,##0_ ;_ * \-#,##0_ ;_ * &quot;-&quot;??_ ;_ @_ ">
          <wpswe:value>大网下电</wpswe:value>
        </wpswe:cell>
        <wpswe:cell wpswe:idx="3" wpswe:formatCode="_ * #,##0_ ;_ * \-#,##0_ ;_ * &quot;-&quot;??_ ;_ @_ ">
          <wpswe:value>上网余电</wpswe:value>
        </wpswe:cell>
        <wpswe:cell wpswe:idx="4" wpswe:formatCode="_ * #,##0_ ;_ * \-#,##0_ ;_ * &quot;-&quot;??_ ;_ @_ ">
          <wpswe:value>可用容量</wpswe:value>
        </wpswe:cell>
      </wpswe:cells>
      <wpswe:cells wpswe:idx="1">
        <wpswe:count>5</wpswe:count>
        <wpswe:formatCode>_ * #,##0.00_ ;_ * \-#,##0.00_ ;_ * "-"??_ ;_ @_ </wpswe:formatCode>
        <wpswe:cell wpswe:idx="0">
          <wpswe:value>79125.303963584</wpswe:value>
        </wpswe:cell>
        <wpswe:cell wpswe:idx="1">
          <wpswe:value>32125.303963584</wpswe:value>
        </wpswe:cell>
        <wpswe:cell wpswe:idx="2" wpswe:formatCode="_ * #,##0.0_ ;_ * \-#,##0.0_ ;_ * &quot;-&quot;??_ ;_ @_ ">
          <wpswe:value>47000</wpswe:value>
        </wpswe:cell>
        <wpswe:cell wpswe:idx="3" wpswe:formatCode="_ * #,##0.0_ ;_ * \-#,##0.0_ ;_ * &quot;-&quot;??_ ;_ @_ ">
          <wpswe:value>0</wpswe:value>
        </wpswe:cell>
        <wpswe:cell wpswe:idx="4" wpswe:formatCode="General">
          <wpswe:value>43000</wpswe:value>
        </wpswe:cell>
      </wpswe:cells>
      <wpswe:cells wpswe:idx="2">
        <wpswe:count>5</wpswe:count>
        <wpswe:formatCode>_ * #,##0.00_ ;_ * \-#,##0.00_ ;_ * "-"??_ ;_ @_ </wpswe:formatCode>
        <wpswe:cell wpswe:idx="0">
          <wpswe:value>100624.051495056</wpswe:value>
        </wpswe:cell>
        <wpswe:cell wpswe:idx="1">
          <wpswe:value>53624.051495056</wpswe:value>
        </wpswe:cell>
        <wpswe:cell wpswe:idx="2" wpswe:formatCode="_ * #,##0.0_ ;_ * \-#,##0.0_ ;_ * &quot;-&quot;??_ ;_ @_ ">
          <wpswe:value>44585.34559446</wpswe:value>
        </wpswe:cell>
        <wpswe:cell wpswe:idx="3" wpswe:formatCode="_ * #,##0.0_ ;_ * \-#,##0.0_ ;_ * &quot;-&quot;??_ ;_ @_ ">
          <wpswe:value>0</wpswe:value>
        </wpswe:cell>
        <wpswe:cell wpswe:idx="4" wpswe:formatCode="General">
          <wpswe:value>43000</wpswe:value>
        </wpswe:cell>
      </wpswe:cells>
      <wpswe:cells wpswe:idx="3">
        <wpswe:count>5</wpswe:count>
        <wpswe:formatCode>_ * #,##0.00_ ;_ * \-#,##0.00_ ;_ * "-"??_ ;_ @_ </wpswe:formatCode>
        <wpswe:cell wpswe:idx="0">
          <wpswe:value>88417.06712762</wpswe:value>
        </wpswe:cell>
        <wpswe:cell wpswe:idx="1">
          <wpswe:value>41417.06712762</wpswe:value>
        </wpswe:cell>
        <wpswe:cell wpswe:idx="2" wpswe:formatCode="_ * #,##0.0_ ;_ * \-#,##0.0_ ;_ * &quot;-&quot;??_ ;_ @_ ">
          <wpswe:value>41911.562087412</wpswe:value>
        </wpswe:cell>
        <wpswe:cell wpswe:idx="3" wpswe:formatCode="_ * #,##0.0_ ;_ * \-#,##0.0_ ;_ * &quot;-&quot;??_ ;_ @_ ">
          <wpswe:value>0</wpswe:value>
        </wpswe:cell>
        <wpswe:cell wpswe:idx="4" wpswe:formatCode="General">
          <wpswe:value>43000</wpswe:value>
        </wpswe:cell>
      </wpswe:cells>
      <wpswe:cells wpswe:idx="4">
        <wpswe:count>5</wpswe:count>
        <wpswe:formatCode>_ * #,##0.00_ ;_ * \-#,##0.00_ ;_ * "-"??_ ;_ @_ </wpswe:formatCode>
        <wpswe:cell wpswe:idx="0">
          <wpswe:value>82251.569709</wpswe:value>
        </wpswe:cell>
        <wpswe:cell wpswe:idx="1">
          <wpswe:value>35251.569709</wpswe:value>
        </wpswe:cell>
        <wpswe:cell wpswe:idx="2" wpswe:formatCode="_ * #,##0.0_ ;_ * \-#,##0.0_ ;_ * &quot;-&quot;??_ ;_ @_ ">
          <wpswe:value>44793.94271466</wpswe:value>
        </wpswe:cell>
        <wpswe:cell wpswe:idx="3" wpswe:formatCode="_ * #,##0.0_ ;_ * \-#,##0.0_ ;_ * &quot;-&quot;??_ ;_ @_ ">
          <wpswe:value>0</wpswe:value>
        </wpswe:cell>
        <wpswe:cell wpswe:idx="4" wpswe:formatCode="General">
          <wpswe:value>43000</wpswe:value>
        </wpswe:cell>
      </wpswe:cells>
      <wpswe:cells wpswe:idx="5">
        <wpswe:count>5</wpswe:count>
        <wpswe:formatCode>_ * #,##0.00_ ;_ * \-#,##0.00_ ;_ * "-"??_ ;_ @_ </wpswe:formatCode>
        <wpswe:cell wpswe:idx="0">
          <wpswe:value>44169.4062753993</wpswe:value>
        </wpswe:cell>
        <wpswe:cell wpswe:idx="1">
          <wpswe:value>37930.185107972</wpswe:value>
        </wpswe:cell>
        <wpswe:cell wpswe:idx="2" wpswe:formatCode="_ * #,##0.0_ ;_ * \-#,##0.0_ ;_ * &quot;-&quot;??_ ;_ @_ ">
          <wpswe:value>6239.2211674273</wpswe:value>
        </wpswe:cell>
        <wpswe:cell wpswe:idx="3" wpswe:formatCode="_ * #,##0.0_ ;_ * \-#,##0.0_ ;_ * &quot;-&quot;??_ ;_ @_ ">
          <wpswe:value>0</wpswe:value>
        </wpswe:cell>
        <wpswe:cell wpswe:idx="4" wpswe:formatCode="General">
          <wpswe:value>43000</wpswe:value>
        </wpswe:cell>
      </wpswe:cells>
      <wpswe:cells wpswe:idx="6">
        <wpswe:count>5</wpswe:count>
        <wpswe:formatCode>_ * #,##0.00_ ;_ * \-#,##0.00_ ;_ * "-"??_ ;_ @_ </wpswe:formatCode>
        <wpswe:cell wpswe:idx="0">
          <wpswe:value>44169.4062753993</wpswe:value>
        </wpswe:cell>
        <wpswe:cell wpswe:idx="1">
          <wpswe:value>37130.746942028</wpswe:value>
        </wpswe:cell>
        <wpswe:cell wpswe:idx="2" wpswe:formatCode="_ * #,##0.0_ ;_ * \-#,##0.0_ ;_ * &quot;-&quot;??_ ;_ @_ ">
          <wpswe:value>7038.6593333713</wpswe:value>
        </wpswe:cell>
        <wpswe:cell wpswe:idx="3" wpswe:formatCode="_ * #,##0.0_ ;_ * \-#,##0.0_ ;_ * &quot;-&quot;??_ ;_ @_ ">
          <wpswe:value>0</wpswe:value>
        </wpswe:cell>
        <wpswe:cell wpswe:idx="4" wpswe:formatCode="General">
          <wpswe:value>43000</wpswe:value>
        </wpswe:cell>
      </wpswe:cells>
      <wpswe:cells wpswe:idx="7">
        <wpswe:count>5</wpswe:count>
        <wpswe:formatCode>_ * #,##0.00_ ;_ * \-#,##0.00_ ;_ * "-"??_ ;_ @_ </wpswe:formatCode>
        <wpswe:cell wpswe:idx="0">
          <wpswe:value>46524.24052302</wpswe:value>
        </wpswe:cell>
        <wpswe:cell wpswe:idx="1">
          <wpswe:value>46524.24052302</wpswe:value>
        </wpswe:cell>
        <wpswe:cell wpswe:idx="2" wpswe:formatCode="_ * #,##0.0_ ;_ * \-#,##0.0_ ;_ * &quot;-&quot;??_ ;_ @_ ">
          <wpswe:value>0</wpswe:value>
        </wpswe:cell>
        <wpswe:cell wpswe:idx="3" wpswe:formatCode="_ * #,##0.0_ ;_ * \-#,##0.0_ ;_ * &quot;-&quot;??_ ;_ @_ ">
          <wpswe:value>0</wpswe:value>
        </wpswe:cell>
        <wpswe:cell wpswe:idx="4" wpswe:formatCode="General">
          <wpswe:value>43000</wpswe:value>
        </wpswe:cell>
      </wpswe:cells>
      <wpswe:cells wpswe:idx="8">
        <wpswe:count>5</wpswe:count>
        <wpswe:formatCode>_ * #,##0.00_ ;_ * \-#,##0.00_ ;_ * "-"??_ ;_ @_ </wpswe:formatCode>
        <wpswe:cell wpswe:idx="0">
          <wpswe:value>44169.4062753993</wpswe:value>
        </wpswe:cell>
        <wpswe:cell wpswe:idx="1">
          <wpswe:value>36418.204228904</wpswe:value>
        </wpswe:cell>
        <wpswe:cell wpswe:idx="2" wpswe:formatCode="_ * #,##0.0_ ;_ * \-#,##0.0_ ;_ * &quot;-&quot;??_ ;_ @_ ">
          <wpswe:value>7751.2020464953</wpswe:value>
        </wpswe:cell>
        <wpswe:cell wpswe:idx="3" wpswe:formatCode="_ * #,##0.0_ ;_ * \-#,##0.0_ ;_ * &quot;-&quot;??_ ;_ @_ ">
          <wpswe:value>0</wpswe:value>
        </wpswe:cell>
        <wpswe:cell wpswe:idx="4" wpswe:formatCode="General">
          <wpswe:value>43000</wpswe:value>
        </wpswe:cell>
      </wpswe:cells>
      <wpswe:cells wpswe:idx="9">
        <wpswe:count>5</wpswe:count>
        <wpswe:formatCode>_ * #,##0.00_ ;_ * \-#,##0.00_ ;_ * "-"??_ ;_ @_ </wpswe:formatCode>
        <wpswe:cell wpswe:idx="0">
          <wpswe:value>44169.4062753993</wpswe:value>
        </wpswe:cell>
        <wpswe:cell wpswe:idx="1">
          <wpswe:value>17031.670715172</wpswe:value>
        </wpswe:cell>
        <wpswe:cell wpswe:idx="2" wpswe:formatCode="_ * #,##0.0_ ;_ * \-#,##0.0_ ;_ * &quot;-&quot;??_ ;_ @_ ">
          <wpswe:value>27137.7355602273</wpswe:value>
        </wpswe:cell>
        <wpswe:cell wpswe:idx="3" wpswe:formatCode="_ * #,##0.0_ ;_ * \-#,##0.0_ ;_ * &quot;-&quot;??_ ;_ @_ ">
          <wpswe:value>0</wpswe:value>
        </wpswe:cell>
        <wpswe:cell wpswe:idx="4" wpswe:formatCode="General">
          <wpswe:value>43000</wpswe:value>
        </wpswe:cell>
      </wpswe:cells>
      <wpswe:cells wpswe:idx="10">
        <wpswe:count>5</wpswe:count>
        <wpswe:formatCode>_ * #,##0.00_ ;_ * \-#,##0.00_ ;_ * "-"??_ ;_ @_ </wpswe:formatCode>
        <wpswe:cell wpswe:idx="0">
          <wpswe:value>44169.4062753993</wpswe:value>
        </wpswe:cell>
        <wpswe:cell wpswe:idx="1">
          <wpswe:value>11351.869780804</wpswe:value>
        </wpswe:cell>
        <wpswe:cell wpswe:idx="2" wpswe:formatCode="_ * #,##0.0_ ;_ * \-#,##0.0_ ;_ * &quot;-&quot;??_ ;_ @_ ">
          <wpswe:value>32817.5364945953</wpswe:value>
        </wpswe:cell>
        <wpswe:cell wpswe:idx="3" wpswe:formatCode="_ * #,##0.0_ ;_ * \-#,##0.0_ ;_ * &quot;-&quot;??_ ;_ @_ ">
          <wpswe:value>0</wpswe:value>
        </wpswe:cell>
        <wpswe:cell wpswe:idx="4" wpswe:formatCode="General">
          <wpswe:value>43000</wpswe:value>
        </wpswe:cell>
      </wpswe:cells>
      <wpswe:cells wpswe:idx="11">
        <wpswe:count>5</wpswe:count>
        <wpswe:formatCode>_ * #,##0.00_ ;_ * \-#,##0.00_ ;_ * "-"??_ ;_ @_ </wpswe:formatCode>
        <wpswe:cell wpswe:idx="0">
          <wpswe:value>62071.588899228</wpswe:value>
        </wpswe:cell>
        <wpswe:cell wpswe:idx="1">
          <wpswe:value>15071.588899228</wpswe:value>
        </wpswe:cell>
        <wpswe:cell wpswe:idx="2" wpswe:formatCode="_ * #,##0.0_ ;_ * \-#,##0.0_ ;_ * &quot;-&quot;??_ ;_ @_ ">
          <wpswe:value>47000</wpswe:value>
        </wpswe:cell>
        <wpswe:cell wpswe:idx="3" wpswe:formatCode="_ * #,##0.0_ ;_ * \-#,##0.0_ ;_ * &quot;-&quot;??_ ;_ @_ ">
          <wpswe:value>0</wpswe:value>
        </wpswe:cell>
        <wpswe:cell wpswe:idx="4" wpswe:formatCode="General">
          <wpswe:value>43000</wpswe:value>
        </wpswe:cell>
      </wpswe:cells>
      <wpswe:cells wpswe:idx="12">
        <wpswe:count>5</wpswe:count>
        <wpswe:formatCode>_ * #,##0.00_ ;_ * \-#,##0.00_ ;_ * "-"??_ ;_ @_ </wpswe:formatCode>
        <wpswe:cell wpswe:idx="0">
          <wpswe:value>78764.918186076</wpswe:value>
        </wpswe:cell>
        <wpswe:cell wpswe:idx="1">
          <wpswe:value>31764.918186076</wpswe:value>
        </wpswe:cell>
        <wpswe:cell wpswe:idx="2" wpswe:formatCode="_ * #,##0.0_ ;_ * \-#,##0.0_ ;_ * &quot;-&quot;??_ ;_ @_ ">
          <wpswe:value>44627.0650185</wpswe:value>
        </wpswe:cell>
        <wpswe:cell wpswe:idx="3" wpswe:formatCode="_ * #,##0.0_ ;_ * \-#,##0.0_ ;_ * &quot;-&quot;??_ ;_ @_ ">
          <wpswe:value>0</wpswe:value>
        </wpswe:cell>
        <wpswe:cell wpswe:idx="4" wpswe:formatCode="General">
          <wpswe:value>43000</wpswe:value>
        </wpswe:cell>
      </wpswe:cells>
      <wpswe:cells wpswe:idx="13">
        <wpswe:count>5</wpswe:count>
        <wpswe:formatCode>_ * #,##0.00_ ;_ * \-#,##0.00_ ;_ * "-"??_ ;_ @_ </wpswe:formatCode>
        <wpswe:cell wpswe:idx="0">
          <wpswe:value>44169.4062753993</wpswe:value>
        </wpswe:cell>
        <wpswe:cell wpswe:idx="1">
          <wpswe:value>39408.082416528</wpswe:value>
        </wpswe:cell>
        <wpswe:cell wpswe:idx="2" wpswe:formatCode="_ * #,##0.0_ ;_ * \-#,##0.0_ ;_ * &quot;-&quot;??_ ;_ @_ ">
          <wpswe:value>2731.0841462713</wpswe:value>
        </wpswe:cell>
        <wpswe:cell wpswe:idx="3" wpswe:formatCode="_ * #,##0.0_ ;_ * \-#,##0.0_ ;_ * &quot;-&quot;??_ ;_ @_ ">
          <wpswe:value>0</wpswe:value>
        </wpswe:cell>
        <wpswe:cell wpswe:idx="4" wpswe:formatCode="General">
          <wpswe:value>43000</wpswe:value>
        </wpswe:cell>
      </wpswe:cells>
      <wpswe:cells wpswe:idx="14">
        <wpswe:count>5</wpswe:count>
        <wpswe:formatCode>_ * #,##0.00_ ;_ * \-#,##0.00_ ;_ * "-"??_ ;_ @_ </wpswe:formatCode>
        <wpswe:cell wpswe:idx="0">
          <wpswe:value>44169.4062753993</wpswe:value>
        </wpswe:cell>
        <wpswe:cell wpswe:idx="1">
          <wpswe:value>43782.002257632</wpswe:value>
        </wpswe:cell>
        <wpswe:cell wpswe:idx="2" wpswe:formatCode="_ * #,##0.0_ ;_ * \-#,##0.0_ ;_ * &quot;-&quot;??_ ;_ @_ ">
          <wpswe:value>0</wpswe:value>
        </wpswe:cell>
        <wpswe:cell wpswe:idx="3" wpswe:formatCode="_ * #,##0.0_ ;_ * \-#,##0.0_ ;_ * &quot;-&quot;??_ ;_ @_ ">
          <wpswe:value>1100.4831823127</wpswe:value>
        </wpswe:cell>
        <wpswe:cell wpswe:idx="4" wpswe:formatCode="General">
          <wpswe:value>43000</wpswe:value>
        </wpswe:cell>
      </wpswe:cells>
      <wpswe:cells wpswe:idx="15">
        <wpswe:count>5</wpswe:count>
        <wpswe:formatCode>_ * #,##0.00_ ;_ * \-#,##0.00_ ;_ * "-"??_ ;_ @_ </wpswe:formatCode>
        <wpswe:cell wpswe:idx="0">
          <wpswe:value>50367.467674492</wpswe:value>
        </wpswe:cell>
        <wpswe:cell wpswe:idx="1">
          <wpswe:value>50367.467674492</wpswe:value>
        </wpswe:cell>
        <wpswe:cell wpswe:idx="2" wpswe:formatCode="_ * #,##0.0_ ;_ * \-#,##0.0_ ;_ * &quot;-&quot;??_ ;_ @_ ">
          <wpswe:value>0</wpswe:value>
        </wpswe:cell>
        <wpswe:cell wpswe:idx="3" wpswe:formatCode="_ * #,##0.0_ ;_ * \-#,##0.0_ ;_ * &quot;-&quot;??_ ;_ @_ ">
          <wpswe:value>1911.0413582</wpswe:value>
        </wpswe:cell>
        <wpswe:cell wpswe:idx="4" wpswe:formatCode="General">
          <wpswe:value>43000</wpswe:value>
        </wpswe:cell>
      </wpswe:cells>
      <wpswe:cells wpswe:idx="16">
        <wpswe:count>5</wpswe:count>
        <wpswe:formatCode>_ * #,##0.00_ ;_ * \-#,##0.00_ ;_ * "-"??_ ;_ @_ </wpswe:formatCode>
        <wpswe:cell wpswe:idx="0">
          <wpswe:value>58576.657858516</wpswe:value>
        </wpswe:cell>
        <wpswe:cell wpswe:idx="1">
          <wpswe:value>58576.657858516</wpswe:value>
        </wpswe:cell>
        <wpswe:cell wpswe:idx="2" wpswe:formatCode="_ * #,##0.0_ ;_ * \-#,##0.0_ ;_ * &quot;-&quot;??_ ;_ @_ ">
          <wpswe:value>0</wpswe:value>
        </wpswe:cell>
        <wpswe:cell wpswe:idx="3" wpswe:formatCode="_ * #,##0.0_ ;_ * \-#,##0.0_ ;_ * &quot;-&quot;??_ ;_ @_ ">
          <wpswe:value>4488.976879924</wpswe:value>
        </wpswe:cell>
        <wpswe:cell wpswe:idx="4" wpswe:formatCode="General">
          <wpswe:value>43000</wpswe:value>
        </wpswe:cell>
      </wpswe:cells>
      <wpswe:cells wpswe:idx="17">
        <wpswe:count>5</wpswe:count>
        <wpswe:formatCode>_ * #,##0.00_ ;_ * \-#,##0.00_ ;_ * "-"??_ ;_ @_ </wpswe:formatCode>
        <wpswe:cell wpswe:idx="0">
          <wpswe:value>44169.4062753993</wpswe:value>
        </wpswe:cell>
        <wpswe:cell wpswe:idx="1">
          <wpswe:value>43926.48021318</wpswe:value>
        </wpswe:cell>
        <wpswe:cell wpswe:idx="2" wpswe:formatCode="_ * #,##0.0_ ;_ * \-#,##0.0_ ;_ * &quot;-&quot;??_ ;_ @_ ">
          <wpswe:value>0</wpswe:value>
        </wpswe:cell>
        <wpswe:cell wpswe:idx="3" wpswe:formatCode="_ * #,##0.0_ ;_ * \-#,##0.0_ ;_ * &quot;-&quot;??_ ;_ @_ ">
          <wpswe:value>5747.7263095647</wpswe:value>
        </wpswe:cell>
        <wpswe:cell wpswe:idx="4" wpswe:formatCode="General">
          <wpswe:value>43000</wpswe:value>
        </wpswe:cell>
      </wpswe:cells>
      <wpswe:cells wpswe:idx="18">
        <wpswe:count>5</wpswe:count>
        <wpswe:formatCode>_ * #,##0.00_ ;_ * \-#,##0.00_ ;_ * "-"??_ ;_ @_ </wpswe:formatCode>
        <wpswe:cell wpswe:idx="0">
          <wpswe:value>44169.4062753993</wpswe:value>
        </wpswe:cell>
        <wpswe:cell wpswe:idx="1">
          <wpswe:value>38836.037143516</wpswe:value>
        </wpswe:cell>
        <wpswe:cell wpswe:idx="2" wpswe:formatCode="_ * #,##0.0_ ;_ * \-#,##0.0_ ;_ * &quot;-&quot;??_ ;_ @_ ">
          <wpswe:value>0</wpswe:value>
        </wpswe:cell>
        <wpswe:cell wpswe:idx="3" wpswe:formatCode="_ * #,##0.0_ ;_ * \-#,##0.0_ ;_ * &quot;-&quot;??_ ;_ @_ ">
          <wpswe:value>1538.5449335847</wpswe:value>
        </wpswe:cell>
        <wpswe:cell wpswe:idx="4" wpswe:formatCode="General">
          <wpswe:value>43000</wpswe:value>
        </wpswe:cell>
      </wpswe:cells>
      <wpswe:cells wpswe:idx="19">
        <wpswe:count>5</wpswe:count>
        <wpswe:formatCode>_ * #,##0.00_ ;_ * \-#,##0.00_ ;_ * "-"??_ ;_ @_ </wpswe:formatCode>
        <wpswe:cell wpswe:idx="0">
          <wpswe:value>44169.4062753993</wpswe:value>
        </wpswe:cell>
        <wpswe:cell wpswe:idx="1">
          <wpswe:value>34737.886713388</wpswe:value>
        </wpswe:cell>
        <wpswe:cell wpswe:idx="2" wpswe:formatCode="_ * #,##0.0_ ;_ * \-#,##0.0_ ;_ * &quot;-&quot;??_ ;_ @_ ">
          <wpswe:value>5242.2731984193</wpswe:value>
        </wpswe:cell>
        <wpswe:cell wpswe:idx="3" wpswe:formatCode="_ * #,##0.0_ ;_ * \-#,##0.0_ ;_ * &quot;-&quot;??_ ;_ @_ ">
          <wpswe:value>0</wpswe:value>
        </wpswe:cell>
        <wpswe:cell wpswe:idx="4" wpswe:formatCode="General">
          <wpswe:value>43000</wpswe:value>
        </wpswe:cell>
      </wpswe:cells>
      <wpswe:cells wpswe:idx="20">
        <wpswe:count>5</wpswe:count>
        <wpswe:formatCode>_ * #,##0.00_ ;_ * \-#,##0.00_ ;_ * "-"??_ ;_ @_ </wpswe:formatCode>
        <wpswe:cell wpswe:idx="0">
          <wpswe:value>44169.4062753993</wpswe:value>
        </wpswe:cell>
        <wpswe:cell wpswe:idx="1">
          <wpswe:value>13486.846262816</wpswe:value>
        </wpswe:cell>
        <wpswe:cell wpswe:idx="2" wpswe:formatCode="_ * #,##0.0_ ;_ * \-#,##0.0_ ;_ * &quot;-&quot;??_ ;_ @_ ">
          <wpswe:value>28947.3362271233</wpswe:value>
        </wpswe:cell>
        <wpswe:cell wpswe:idx="3" wpswe:formatCode="_ * #,##0.0_ ;_ * \-#,##0.0_ ;_ * &quot;-&quot;??_ ;_ @_ ">
          <wpswe:value>0</wpswe:value>
        </wpswe:cell>
        <wpswe:cell wpswe:idx="4" wpswe:formatCode="General">
          <wpswe:value>43000</wpswe:value>
        </wpswe:cell>
      </wpswe:cells>
      <wpswe:cells wpswe:idx="21">
        <wpswe:count>5</wpswe:count>
        <wpswe:formatCode>_ * #,##0.00_ ;_ * \-#,##0.00_ ;_ * "-"??_ ;_ @_ </wpswe:formatCode>
        <wpswe:cell wpswe:idx="0">
          <wpswe:value>44169.4062753993</wpswe:value>
        </wpswe:cell>
        <wpswe:cell wpswe:idx="1">
          <wpswe:value>23207.843910664</wpswe:value>
        </wpswe:cell>
        <wpswe:cell wpswe:idx="2" wpswe:formatCode="_ * #,##0.0_ ;_ * \-#,##0.0_ ;_ * &quot;-&quot;??_ ;_ @_ ">
          <wpswe:value>19107.1402248753</wpswe:value>
        </wpswe:cell>
        <wpswe:cell wpswe:idx="3" wpswe:formatCode="_ * #,##0.0_ ;_ * \-#,##0.0_ ;_ * &quot;-&quot;??_ ;_ @_ ">
          <wpswe:value>0</wpswe:value>
        </wpswe:cell>
        <wpswe:cell wpswe:idx="4" wpswe:formatCode="General">
          <wpswe:value>43000</wpswe:value>
        </wpswe:cell>
      </wpswe:cells>
      <wpswe:cells wpswe:idx="22">
        <wpswe:count>5</wpswe:count>
        <wpswe:formatCode>_ * #,##0.00_ ;_ * \-#,##0.00_ ;_ * "-"??_ ;_ @_ </wpswe:formatCode>
        <wpswe:cell wpswe:idx="0">
          <wpswe:value>44169.4062753993</wpswe:value>
        </wpswe:cell>
        <wpswe:cell wpswe:idx="1">
          <wpswe:value>32722.703846352</wpswe:value>
        </wpswe:cell>
        <wpswe:cell wpswe:idx="2" wpswe:formatCode="_ * #,##0.0_ ;_ * \-#,##0.0_ ;_ * &quot;-&quot;??_ ;_ @_ ">
          <wpswe:value>11446.7024290473</wpswe:value>
        </wpswe:cell>
        <wpswe:cell wpswe:idx="3" wpswe:formatCode="_ * #,##0.0_ ;_ * \-#,##0.0_ ;_ * &quot;-&quot;??_ ;_ @_ ">
          <wpswe:value>0</wpswe:value>
        </wpswe:cell>
        <wpswe:cell wpswe:idx="4" wpswe:formatCode="General">
          <wpswe:value>43000</wpswe:value>
        </wpswe:cell>
      </wpswe:cells>
      <wpswe:cells wpswe:idx="23">
        <wpswe:count>5</wpswe:count>
        <wpswe:formatCode>_ * #,##0.00_ ;_ * \-#,##0.00_ ;_ * "-"??_ ;_ @_ </wpswe:formatCode>
        <wpswe:cell wpswe:idx="0">
          <wpswe:value>99390.30132326</wpswe:value>
        </wpswe:cell>
        <wpswe:cell wpswe:idx="1">
          <wpswe:value>52390.30132326</wpswe:value>
        </wpswe:cell>
        <wpswe:cell wpswe:idx="2" wpswe:formatCode="_ * #,##0.0_ ;_ * \-#,##0.0_ ;_ * &quot;-&quot;??_ ;_ @_ ">
          <wpswe:value>47000</wpswe:value>
        </wpswe:cell>
        <wpswe:cell wpswe:idx="3" wpswe:formatCode="_ * #,##0.0_ ;_ * \-#,##0.0_ ;_ * &quot;-&quot;??_ ;_ @_ ">
          <wpswe:value>0</wpswe:value>
        </wpswe:cell>
        <wpswe:cell wpswe:idx="4" wpswe:formatCode="General">
          <wpswe:value>43000</wpswe:value>
        </wpswe:cell>
      </wpswe:cells>
    </wpswe:dataRange>
  </wpswe:watchingCache>
  <wpswe:snapshot xmlns:r="http://schemas.openxmlformats.org/officeDocument/2006/relationships" r:embed="rId2"/>
  <wpswe:externalData xmlns:r="http://schemas.openxmlformats.org/officeDocument/2006/relationships" r:id="rId1"/>
  <wpswe:url>https://clientweb.docer.wps.cn/web-chart/v1/web-shape.html#/home</wpswe:url>
  <wpswe:constantSnapshot>false</wpswe:constantSnapshot>
</wpswe:webExtension>
</file>

<file path=docProps/app.xml><?xml version="1.0" encoding="utf-8"?>
<Properties xmlns="http://schemas.openxmlformats.org/officeDocument/2006/extended-properties" xmlns:vt="http://schemas.openxmlformats.org/officeDocument/2006/docPropsVTypes">
  <Template>Dysport2022</Template>
  <TotalTime>0</TotalTime>
  <Words>3214</Words>
  <Application>WPS 演示</Application>
  <PresentationFormat>宽屏</PresentationFormat>
  <Paragraphs>231</Paragraphs>
  <Slides>19</Slides>
  <Notes>0</Notes>
  <HiddenSlides>0</HiddenSlides>
  <MMClips>0</MMClips>
  <ScaleCrop>false</ScaleCrop>
  <HeadingPairs>
    <vt:vector size="8" baseType="variant">
      <vt:variant>
        <vt:lpstr>已用的字体</vt:lpstr>
      </vt:variant>
      <vt:variant>
        <vt:i4>30</vt:i4>
      </vt:variant>
      <vt:variant>
        <vt:lpstr>主题</vt:lpstr>
      </vt:variant>
      <vt:variant>
        <vt:i4>2</vt:i4>
      </vt:variant>
      <vt:variant>
        <vt:lpstr>嵌入 OLE 服务器</vt:lpstr>
      </vt:variant>
      <vt:variant>
        <vt:i4>1</vt:i4>
      </vt:variant>
      <vt:variant>
        <vt:lpstr>幻灯片标题</vt:lpstr>
      </vt:variant>
      <vt:variant>
        <vt:i4>19</vt:i4>
      </vt:variant>
    </vt:vector>
  </HeadingPairs>
  <TitlesOfParts>
    <vt:vector size="52" baseType="lpstr">
      <vt:lpstr>Arial</vt:lpstr>
      <vt:lpstr>宋体</vt:lpstr>
      <vt:lpstr>Wingdings</vt:lpstr>
      <vt:lpstr>思源黑体 CN Bold</vt:lpstr>
      <vt:lpstr>黑体</vt:lpstr>
      <vt:lpstr>思源黑体 CN Regular</vt:lpstr>
      <vt:lpstr>思源黑体 CN Light</vt:lpstr>
      <vt:lpstr>思源黑体 CN Normal</vt:lpstr>
      <vt:lpstr>方正仿宋_GB2312</vt:lpstr>
      <vt:lpstr>微软雅黑</vt:lpstr>
      <vt:lpstr>思源黑体 CN Heavy</vt:lpstr>
      <vt:lpstr>Rubik</vt:lpstr>
      <vt:lpstr>仿宋</vt:lpstr>
      <vt:lpstr>Open Sans</vt:lpstr>
      <vt:lpstr>Arial</vt:lpstr>
      <vt:lpstr>Poppins-Medium</vt:lpstr>
      <vt:lpstr>Segoe Print</vt:lpstr>
      <vt:lpstr>Poppins Bold</vt:lpstr>
      <vt:lpstr>Arial Unicode MS</vt:lpstr>
      <vt:lpstr>等线</vt:lpstr>
      <vt:lpstr>等线 Light</vt:lpstr>
      <vt:lpstr>Calibri</vt:lpstr>
      <vt:lpstr>汉仪雅酷黑简</vt:lpstr>
      <vt:lpstr>98k 狙击你</vt:lpstr>
      <vt:lpstr>Saturday Sans Regular</vt:lpstr>
      <vt:lpstr>A new day begins</vt:lpstr>
      <vt:lpstr>方正清仿宋 简 Bold</vt:lpstr>
      <vt:lpstr>思源黑体 CN Bold</vt:lpstr>
      <vt:lpstr>思源黑体 CN Normal</vt:lpstr>
      <vt:lpstr>Wingdings</vt:lpstr>
      <vt:lpstr>Dysport2022</vt:lpstr>
      <vt:lpstr>1_主色2</vt:lpstr>
      <vt:lpstr>TCLayout.ActiveDocument.1</vt:lpstr>
      <vt:lpstr>梨树制氢绿电直联项目 储能配置建议</vt:lpstr>
      <vt:lpstr>PowerPoint 演示文稿</vt:lpstr>
      <vt:lpstr>项目背景介绍</vt:lpstr>
      <vt:lpstr>PowerPoint 演示文稿</vt:lpstr>
      <vt:lpstr>新能源发电曲线</vt:lpstr>
      <vt:lpstr>储能配置削峰示例</vt:lpstr>
      <vt:lpstr>PowerPoint 演示文稿</vt:lpstr>
      <vt:lpstr>储能配置削峰示例</vt:lpstr>
      <vt:lpstr>储能配置建议</vt:lpstr>
      <vt:lpstr>储能配置建议</vt:lpstr>
      <vt:lpstr>储能配置经济性测算</vt:lpstr>
      <vt:lpstr>PowerPoint 演示文稿</vt:lpstr>
      <vt:lpstr>PowerPoint 演示文稿</vt:lpstr>
      <vt:lpstr>产品安全-消防安全</vt:lpstr>
      <vt:lpstr>产品安全-建设安全</vt:lpstr>
      <vt:lpstr>产品安全-运营安全</vt:lpstr>
      <vt:lpstr>国标及消防团标</vt:lpstr>
      <vt:lpstr>国标及消防团标</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A型肉毒毒素 之大不同</dc:title>
  <dc:creator>ZHANG Jackie</dc:creator>
  <cp:lastModifiedBy>beibei</cp:lastModifiedBy>
  <cp:revision>117</cp:revision>
  <dcterms:created xsi:type="dcterms:W3CDTF">2025-02-08T09:23:00Z</dcterms:created>
  <dcterms:modified xsi:type="dcterms:W3CDTF">2025-11-07T07:08:56Z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7850034-2b49-43dd-8ae1-3cd81853c3b9_Enabled">
    <vt:lpwstr>true</vt:lpwstr>
  </property>
  <property fmtid="{D5CDD505-2E9C-101B-9397-08002B2CF9AE}" pid="3" name="MSIP_Label_e7850034-2b49-43dd-8ae1-3cd81853c3b9_SetDate">
    <vt:lpwstr>2022-12-07T03:58:41Z</vt:lpwstr>
  </property>
  <property fmtid="{D5CDD505-2E9C-101B-9397-08002B2CF9AE}" pid="4" name="MSIP_Label_e7850034-2b49-43dd-8ae1-3cd81853c3b9_Method">
    <vt:lpwstr>Privileged</vt:lpwstr>
  </property>
  <property fmtid="{D5CDD505-2E9C-101B-9397-08002B2CF9AE}" pid="5" name="MSIP_Label_e7850034-2b49-43dd-8ae1-3cd81853c3b9_Name">
    <vt:lpwstr>General Use</vt:lpwstr>
  </property>
  <property fmtid="{D5CDD505-2E9C-101B-9397-08002B2CF9AE}" pid="6" name="MSIP_Label_e7850034-2b49-43dd-8ae1-3cd81853c3b9_SiteId">
    <vt:lpwstr>97c2d53f-39c0-4201-9dce-14fe95f05da6</vt:lpwstr>
  </property>
  <property fmtid="{D5CDD505-2E9C-101B-9397-08002B2CF9AE}" pid="7" name="MSIP_Label_e7850034-2b49-43dd-8ae1-3cd81853c3b9_ActionId">
    <vt:lpwstr>052e1354-baee-4f89-ab5a-f06318d360ab</vt:lpwstr>
  </property>
  <property fmtid="{D5CDD505-2E9C-101B-9397-08002B2CF9AE}" pid="8" name="MSIP_Label_e7850034-2b49-43dd-8ae1-3cd81853c3b9_ContentBits">
    <vt:lpwstr>0</vt:lpwstr>
  </property>
  <property fmtid="{D5CDD505-2E9C-101B-9397-08002B2CF9AE}" pid="9" name="ICV">
    <vt:lpwstr>76FCC0DAD48A456B8423174CBF693937_13</vt:lpwstr>
  </property>
  <property fmtid="{D5CDD505-2E9C-101B-9397-08002B2CF9AE}" pid="10" name="KSOProductBuildVer">
    <vt:lpwstr>2052-12.1.0.23542</vt:lpwstr>
  </property>
</Properties>
</file>